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01" r:id="rId4"/>
    <p:sldId id="325" r:id="rId5"/>
    <p:sldId id="326" r:id="rId6"/>
    <p:sldId id="317" r:id="rId7"/>
    <p:sldId id="327" r:id="rId8"/>
    <p:sldId id="329" r:id="rId9"/>
    <p:sldId id="330" r:id="rId10"/>
    <p:sldId id="334" r:id="rId11"/>
    <p:sldId id="303" r:id="rId12"/>
    <p:sldId id="328" r:id="rId13"/>
    <p:sldId id="302" r:id="rId14"/>
    <p:sldId id="331" r:id="rId15"/>
    <p:sldId id="332" r:id="rId16"/>
    <p:sldId id="312" r:id="rId17"/>
    <p:sldId id="313" r:id="rId18"/>
    <p:sldId id="320" r:id="rId19"/>
    <p:sldId id="322" r:id="rId20"/>
    <p:sldId id="304" r:id="rId21"/>
    <p:sldId id="333" r:id="rId22"/>
    <p:sldId id="306" r:id="rId23"/>
    <p:sldId id="305" r:id="rId24"/>
    <p:sldId id="260" r:id="rId25"/>
    <p:sldId id="307" r:id="rId26"/>
    <p:sldId id="275" r:id="rId27"/>
    <p:sldId id="274" r:id="rId28"/>
    <p:sldId id="30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29-Sep-24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29-Sep-24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Vert">
          <a:fgClr>
            <a:schemeClr val="accent1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29-Sep-24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ransition spd="slow">
    <p:push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759855" y="643945"/>
            <a:ext cx="10740979" cy="1648494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AIC EGERTON CHAPEL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59856" y="2550017"/>
            <a:ext cx="10740978" cy="337426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SUNDAY</a:t>
            </a:r>
          </a:p>
          <a:p>
            <a:pPr marL="0" indent="0" algn="ctr">
              <a:buNone/>
            </a:pPr>
            <a:r>
              <a:rPr lang="en-US" sz="8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29.09</a:t>
            </a: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2024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109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31065" y="631065"/>
            <a:ext cx="10998557" cy="5460642"/>
          </a:xfrm>
        </p:spPr>
        <p:txBody>
          <a:bodyPr>
            <a:normAutofit fontScale="90000"/>
          </a:bodyPr>
          <a:lstStyle/>
          <a:p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3: 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12</a:t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Psalm 19:14; 141:3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157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824247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4" y="1365161"/>
            <a:ext cx="11101589" cy="472654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 Theme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Phil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2:3 </a:t>
            </a: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Humility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Nature is Putting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Masks - Hypocrisy</a:t>
            </a:r>
          </a:p>
        </p:txBody>
      </p:sp>
    </p:spTree>
    <p:extLst>
      <p:ext uri="{BB962C8B-B14F-4D97-AF65-F5344CB8AC3E}">
        <p14:creationId xmlns:p14="http://schemas.microsoft.com/office/powerpoint/2010/main" val="13634443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631066"/>
            <a:ext cx="10844011" cy="126212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Real Test of Humility is When  Our Faith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854" y="1803041"/>
            <a:ext cx="10831132" cy="4262907"/>
          </a:xfrm>
        </p:spPr>
        <p:txBody>
          <a:bodyPr>
            <a:normAutofit fontScale="85000" lnSpcReduction="10000"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4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7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STRETCHED </a:t>
            </a:r>
            <a:r>
              <a:rPr lang="en-US" sz="74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 </a:t>
            </a:r>
            <a:r>
              <a:rPr lang="en-US" sz="60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TESTS/SUFFERING/TRIALS</a:t>
            </a:r>
          </a:p>
          <a:p>
            <a:pPr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4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7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PRESSED</a:t>
            </a:r>
            <a:r>
              <a:rPr lang="en-US" sz="74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 </a:t>
            </a:r>
            <a:r>
              <a:rPr lang="en-US" sz="60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FAVOURITISM/PREJUDICE/PARTIALITY/WRONG </a:t>
            </a:r>
            <a:r>
              <a:rPr lang="en-US" sz="60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ATTITUTES</a:t>
            </a:r>
          </a:p>
          <a:p>
            <a:pPr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6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6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591307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125" y="631065"/>
            <a:ext cx="10720587" cy="1577661"/>
          </a:xfrm>
        </p:spPr>
        <p:txBody>
          <a:bodyPr>
            <a:noAutofit/>
          </a:bodyPr>
          <a:lstStyle/>
          <a:p>
            <a:r>
              <a:rPr lang="en-US" sz="66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Real Test of Humility is When  Our Faith</a:t>
            </a:r>
            <a:endParaRPr lang="en-US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1" y="2208726"/>
            <a:ext cx="10998558" cy="3667142"/>
          </a:xfrm>
        </p:spPr>
        <p:txBody>
          <a:bodyPr>
            <a:norm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9600" b="1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9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EXPRESSED</a:t>
            </a:r>
            <a:r>
              <a:rPr lang="en-US" sz="96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the  TONGUE</a:t>
            </a:r>
            <a:endParaRPr lang="en-US" sz="96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895721435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76518"/>
            <a:ext cx="9601196" cy="69545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African Proverbs about the Tongue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721" y="1171978"/>
            <a:ext cx="10998558" cy="5012984"/>
          </a:xfrm>
        </p:spPr>
        <p:txBody>
          <a:bodyPr>
            <a:normAutofit lnSpcReduction="10000"/>
          </a:bodyPr>
          <a:lstStyle/>
          <a:p>
            <a:pPr marL="0" lvl="0" indent="0" algn="ctr">
              <a:buClr>
                <a:srgbClr val="AB946B"/>
              </a:buClr>
              <a:buNone/>
            </a:pPr>
            <a:r>
              <a:rPr lang="en-US" sz="8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cutting word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worse than a </a:t>
            </a:r>
            <a:r>
              <a:rPr lang="en-US" sz="8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bowstring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cut may heal, but the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 of the tongue does not</a:t>
            </a:r>
            <a:r>
              <a:rPr lang="en-US" sz="8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88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45733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02276"/>
            <a:ext cx="9601196" cy="81136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African Proverbs about the Tongue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6" y="1171977"/>
            <a:ext cx="10895526" cy="517730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“The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tongue </a:t>
            </a:r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weighs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practically nothing but only a </a:t>
            </a:r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 people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hold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it”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hammer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break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bones 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fuel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set a house on fire</a:t>
            </a:r>
          </a:p>
        </p:txBody>
      </p:sp>
    </p:spTree>
    <p:extLst>
      <p:ext uri="{BB962C8B-B14F-4D97-AF65-F5344CB8AC3E}">
        <p14:creationId xmlns:p14="http://schemas.microsoft.com/office/powerpoint/2010/main" val="2788035612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823" y="515155"/>
            <a:ext cx="10921283" cy="585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05111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671" y="489397"/>
            <a:ext cx="11075830" cy="578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98066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66671"/>
            <a:ext cx="9601196" cy="734096"/>
          </a:xfrm>
        </p:spPr>
        <p:txBody>
          <a:bodyPr>
            <a:noAutofit/>
          </a:bodyPr>
          <a:lstStyle/>
          <a:p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Western Proverb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792" y="1609859"/>
            <a:ext cx="11050073" cy="426600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‘The Tongue is so DEADLY that it had to be GUARDED by a contingent of 32 Heavily armed Soldiers’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079803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09452"/>
            <a:ext cx="9601196" cy="9535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sz="7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746975"/>
            <a:ext cx="11038114" cy="5275001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96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Tomb stone (Epitaph) – “Beneath this stone lies a piece of clay who on 24</a:t>
            </a:r>
            <a:r>
              <a:rPr lang="en-US" sz="9600" b="1" baseline="30000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96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June 1960 </a:t>
            </a:r>
            <a:r>
              <a:rPr lang="en-US" sz="96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began to hold her tongue” (</a:t>
            </a:r>
            <a:r>
              <a:rPr lang="en-US" sz="9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Anonymous</a:t>
            </a:r>
            <a:r>
              <a:rPr lang="en-US" sz="9600" b="1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7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9654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914400"/>
          </a:xfrm>
        </p:spPr>
        <p:txBody>
          <a:bodyPr>
            <a:noAutofit/>
          </a:bodyPr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at the same time</a:t>
            </a:r>
            <a:endParaRPr lang="en-US" sz="8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580" y="1584101"/>
            <a:ext cx="10869769" cy="4533364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TONGUE has been used in the past to change the </a:t>
            </a: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of </a:t>
            </a:r>
            <a:r>
              <a:rPr lang="en-US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</a:t>
            </a: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Families - 	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5400" b="1" dirty="0" smtClean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5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DO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used to Call people to Rally Behind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worthy course …</a:t>
            </a:r>
            <a:endParaRPr lang="en-US" sz="5400" dirty="0">
              <a:solidFill>
                <a:srgbClr val="0013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533879782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651" y="561704"/>
            <a:ext cx="10345783" cy="713304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James in 3:1-12 gives a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WARNING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30" y="1275008"/>
            <a:ext cx="11090364" cy="489397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unchecked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unguarded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ntamed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TONGUE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sz="6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ASSASINATE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someone’s Character; can destroy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life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ruin a family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church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Nation</a:t>
            </a:r>
          </a:p>
          <a:p>
            <a:pPr algn="just"/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4253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702" y="335327"/>
            <a:ext cx="10882648" cy="230484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Spiritual Maturity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through response to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SUFFERING/TRIALS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–James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1" y="1828800"/>
            <a:ext cx="10882648" cy="413411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US" sz="4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Spiritual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Maturity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 through our response to the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James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8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Spiritual </a:t>
            </a:r>
            <a:r>
              <a:rPr lang="en-US" sz="4800" b="1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Maturity </a:t>
            </a:r>
            <a:r>
              <a:rPr lang="en-US" sz="4800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Evidenced by the use of the  </a:t>
            </a:r>
            <a:r>
              <a:rPr lang="en-US" sz="4800" b="1" dirty="0" smtClean="0">
                <a:ln w="3175" cmpd="sng">
                  <a:noFill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TONGUE</a:t>
            </a:r>
            <a:r>
              <a:rPr lang="en-US" sz="4800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3:1-12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114482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338" y="489398"/>
            <a:ext cx="10908406" cy="2067534"/>
          </a:xfrm>
        </p:spPr>
        <p:txBody>
          <a:bodyPr>
            <a:noAutofit/>
          </a:bodyPr>
          <a:lstStyle/>
          <a:p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Prove the Genuineness of your Faith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338" y="2556932"/>
            <a:ext cx="10779617" cy="33189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Mastering the TONGUE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025411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096" y="528035"/>
            <a:ext cx="10715222" cy="60530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had spoken about the Tongue EARLIER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8" y="1133341"/>
            <a:ext cx="10998557" cy="493260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1:19</a:t>
            </a:r>
            <a:r>
              <a:rPr lang="en-US" sz="4800" dirty="0" smtClean="0">
                <a:solidFill>
                  <a:srgbClr val="0013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Be slow to speak …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1:26</a:t>
            </a:r>
            <a:r>
              <a:rPr lang="en-US" sz="4800" dirty="0" smtClean="0">
                <a:solidFill>
                  <a:srgbClr val="0013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Religious? … Keep a tight rein on the Tongue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2:14</a:t>
            </a:r>
            <a:r>
              <a:rPr lang="en-US" sz="4800" dirty="0" smtClean="0">
                <a:solidFill>
                  <a:srgbClr val="0013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TALKS (claims – but No Deeds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4:1-17</a:t>
            </a:r>
            <a:r>
              <a:rPr lang="en-US" sz="4800" dirty="0" smtClean="0">
                <a:solidFill>
                  <a:srgbClr val="0013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Quarrels, Battles &amp; Boasting</a:t>
            </a:r>
          </a:p>
        </p:txBody>
      </p:sp>
    </p:spTree>
    <p:extLst>
      <p:ext uri="{BB962C8B-B14F-4D97-AF65-F5344CB8AC3E}">
        <p14:creationId xmlns:p14="http://schemas.microsoft.com/office/powerpoint/2010/main" val="299990601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248" y="386366"/>
            <a:ext cx="10380372" cy="79849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3:1-12; PSALM 19:14 &amp; 141:3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5" y="1184856"/>
            <a:ext cx="10972799" cy="494548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STRONG WARNING FOR TEACHERS: 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Many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you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should presume to be teachers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He is not saying it is wrong to desire TEACHING or LEADERSHIP – Because the Tongue Affects others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1Timothy 1:1-7; 2Timothy 3:16-17; 4:2; Colossians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1:28-29 –Teaching, Preaching, Proclaiming, Correct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is not Condemning teaching nor promoting silence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PROMOTING CONTROL  - Why?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76538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159" y="463639"/>
            <a:ext cx="10702342" cy="1275009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TONGUE is in a wet place and is likely to slip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370" y="2292439"/>
            <a:ext cx="10637948" cy="394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637828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502275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07" y="1184856"/>
            <a:ext cx="11062952" cy="4855336"/>
          </a:xfrm>
        </p:spPr>
        <p:txBody>
          <a:bodyPr>
            <a:normAutofit/>
          </a:bodyPr>
          <a:lstStyle/>
          <a:p>
            <a:pPr lvl="0" algn="just">
              <a:buClr>
                <a:srgbClr val="AB946B"/>
              </a:buClr>
            </a:pP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James gives </a:t>
            </a:r>
            <a:r>
              <a:rPr lang="en-US" sz="8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facts</a:t>
            </a: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about the Human </a:t>
            </a:r>
            <a:r>
              <a:rPr lang="en-US" sz="8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TONGUE</a:t>
            </a:r>
            <a:endParaRPr lang="en-US" sz="8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60904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369" y="425004"/>
            <a:ext cx="10514127" cy="1090288"/>
          </a:xfrm>
        </p:spPr>
        <p:txBody>
          <a:bodyPr>
            <a:noAutofit/>
          </a:bodyPr>
          <a:lstStyle/>
          <a:p>
            <a:pPr lvl="0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3:1-12 -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TONGUE Is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15291"/>
            <a:ext cx="11051177" cy="4585063"/>
          </a:xfrm>
        </p:spPr>
        <p:txBody>
          <a:bodyPr>
            <a:noAutofit/>
          </a:bodyPr>
          <a:lstStyle/>
          <a:p>
            <a:pPr marL="914400" lvl="0" indent="-914400" algn="just">
              <a:buAutoNum type="arabicPeriod"/>
            </a:pPr>
            <a:r>
              <a:rPr lang="en-US" sz="6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But POWERFUL – Vv. 3 – 5   (Direct &amp;Defiles)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Horse – Bridle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ship – Radar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US" sz="4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fire - spark</a:t>
            </a:r>
            <a:endParaRPr lang="en-US"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20257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63639"/>
            <a:ext cx="9601196" cy="759854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 3:1-12 -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TONGUE Is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974" y="1223493"/>
            <a:ext cx="10985679" cy="484245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NECESSARY </a:t>
            </a: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DANGEROUS </a:t>
            </a: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Vv. </a:t>
            </a:r>
            <a:r>
              <a:rPr lang="en-US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– 8 (Defies &amp; Destroys)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§"/>
            </a:pPr>
            <a:r>
              <a:rPr lang="en-US" sz="40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§"/>
            </a:pPr>
            <a:r>
              <a:rPr lang="en-US" sz="40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Beast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§"/>
            </a:pPr>
            <a:r>
              <a:rPr lang="en-US" sz="40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Poison</a:t>
            </a:r>
            <a:endParaRPr lang="en-US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Hard to Control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240961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548640"/>
            <a:ext cx="10646228" cy="966651"/>
          </a:xfrm>
        </p:spPr>
        <p:txBody>
          <a:bodyPr>
            <a:no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 3:1-12 -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TONGUE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51527"/>
            <a:ext cx="10946674" cy="4124341"/>
          </a:xfrm>
        </p:spPr>
        <p:txBody>
          <a:bodyPr>
            <a:normAutofit fontScale="47500" lnSpcReduction="20000"/>
          </a:bodyPr>
          <a:lstStyle/>
          <a:p>
            <a:pPr marL="0" lvl="0" indent="0" algn="ctr">
              <a:buNone/>
            </a:pPr>
            <a:r>
              <a:rPr lang="en-US" sz="9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9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HELPFUL </a:t>
            </a:r>
            <a:r>
              <a:rPr lang="en-US" sz="9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9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</a:t>
            </a:r>
            <a:r>
              <a:rPr lang="en-US" sz="9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endParaRPr lang="en-US" sz="9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r>
              <a:rPr lang="en-US" sz="9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Vv</a:t>
            </a:r>
            <a:r>
              <a:rPr lang="en-US" sz="9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</a:t>
            </a:r>
            <a:r>
              <a:rPr lang="en-US" sz="9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9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(Displays)</a:t>
            </a:r>
            <a:endParaRPr lang="en-US" sz="9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01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Blessing (Praises) &amp; Curses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1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Fresh water &amp; Salt water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01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Olives and Grapes</a:t>
            </a:r>
            <a:endParaRPr lang="en-US" sz="10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9632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262" y="522514"/>
            <a:ext cx="10787744" cy="1151740"/>
          </a:xfrm>
        </p:spPr>
        <p:txBody>
          <a:bodyPr>
            <a:noAutofit/>
          </a:bodyPr>
          <a:lstStyle/>
          <a:p>
            <a:pPr algn="l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 3:1-12 -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TONGUE Is</a:t>
            </a:r>
            <a:endParaRPr lang="en-US" sz="6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74254"/>
            <a:ext cx="10998925" cy="4533363"/>
          </a:xfrm>
        </p:spPr>
        <p:txBody>
          <a:bodyPr>
            <a:normAutofit/>
          </a:bodyPr>
          <a:lstStyle/>
          <a:p>
            <a:pPr algn="ctr"/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Be TAMED</a:t>
            </a:r>
          </a:p>
          <a:p>
            <a:pPr algn="ctr"/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How?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8392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231820"/>
            <a:ext cx="9601196" cy="875763"/>
          </a:xfrm>
        </p:spPr>
        <p:txBody>
          <a:bodyPr>
            <a:normAutofit fontScale="90000"/>
          </a:bodyPr>
          <a:lstStyle/>
          <a:p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49" y="798490"/>
            <a:ext cx="11178861" cy="5409127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8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Winning the Battle of the TONGUE = Winning ALL of our </a:t>
            </a:r>
            <a:r>
              <a:rPr lang="en-US" sz="8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Battles – </a:t>
            </a:r>
            <a:r>
              <a:rPr lang="en-US" sz="8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James 3:2</a:t>
            </a:r>
            <a:endParaRPr lang="en-US" sz="8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18416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509453"/>
            <a:ext cx="10095409" cy="546616"/>
          </a:xfrm>
        </p:spPr>
        <p:txBody>
          <a:bodyPr>
            <a:noAutofit/>
          </a:bodyPr>
          <a:lstStyle/>
          <a:p>
            <a:pPr algn="l"/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206" y="1215396"/>
            <a:ext cx="10920547" cy="4979341"/>
          </a:xfrm>
        </p:spPr>
        <p:txBody>
          <a:bodyPr>
            <a:noAutofit/>
          </a:bodyPr>
          <a:lstStyle/>
          <a:p>
            <a:pPr marL="57150" marR="0" indent="-3429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– Matthew </a:t>
            </a: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15:15-19</a:t>
            </a:r>
          </a:p>
          <a:p>
            <a:pPr marL="57150" marR="0" indent="-3429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 of our HEARTS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236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581" y="373488"/>
            <a:ext cx="10959920" cy="824247"/>
          </a:xfrm>
        </p:spPr>
        <p:txBody>
          <a:bodyPr>
            <a:noAutofit/>
          </a:bodyPr>
          <a:lstStyle/>
          <a:p>
            <a:pPr algn="just"/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49" y="1197735"/>
            <a:ext cx="11062952" cy="5087155"/>
          </a:xfrm>
        </p:spPr>
        <p:txBody>
          <a:bodyPr>
            <a:noAutofit/>
          </a:bodyPr>
          <a:lstStyle/>
          <a:p>
            <a:pPr lvl="0" algn="ctr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Philippians 4:8 </a:t>
            </a:r>
          </a:p>
          <a:p>
            <a:pPr marL="0" lvl="0" indent="0" algn="ctr">
              <a:buClr>
                <a:srgbClr val="AB946B"/>
              </a:buClr>
              <a:buNone/>
            </a:pPr>
            <a:endParaRPr lang="en-US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</a:p>
        </p:txBody>
      </p:sp>
    </p:spTree>
    <p:extLst>
      <p:ext uri="{BB962C8B-B14F-4D97-AF65-F5344CB8AC3E}">
        <p14:creationId xmlns:p14="http://schemas.microsoft.com/office/powerpoint/2010/main" val="18824195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279" y="528034"/>
            <a:ext cx="10612191" cy="476518"/>
          </a:xfrm>
        </p:spPr>
        <p:txBody>
          <a:bodyPr>
            <a:noAutofit/>
          </a:bodyPr>
          <a:lstStyle/>
          <a:p>
            <a:r>
              <a:rPr lang="en-US" sz="6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TALKING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70" y="1197735"/>
            <a:ext cx="11075831" cy="495836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it </a:t>
            </a:r>
            <a:r>
              <a:rPr lang="en-US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rue?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</a:t>
            </a:r>
            <a:r>
              <a:rPr lang="en-US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elpful?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</a:t>
            </a:r>
            <a:r>
              <a:rPr lang="en-US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nspiring?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</a:t>
            </a:r>
            <a:r>
              <a:rPr lang="en-US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ecessary?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</a:t>
            </a:r>
            <a:r>
              <a:rPr lang="en-US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ind?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81189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540" y="270456"/>
            <a:ext cx="9601196" cy="798490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270" y="1068946"/>
            <a:ext cx="10959736" cy="5177308"/>
          </a:xfrm>
        </p:spPr>
        <p:txBody>
          <a:bodyPr>
            <a:noAutofit/>
          </a:bodyPr>
          <a:lstStyle/>
          <a:p>
            <a:pPr algn="ctr">
              <a:buFont typeface="Wingdings" panose="05000000000000000000" pitchFamily="2" charset="2"/>
              <a:buChar char="q"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have you been using your TONGUE?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or Destroy?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or Discourage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James Reminds – LET US TAME OUR TONGUES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094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11281</TotalTime>
  <Words>559</Words>
  <Application>Microsoft Office PowerPoint</Application>
  <PresentationFormat>Widescreen</PresentationFormat>
  <Paragraphs>87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Garamond</vt:lpstr>
      <vt:lpstr>Times New Roman</vt:lpstr>
      <vt:lpstr>Wingdings</vt:lpstr>
      <vt:lpstr>Organic</vt:lpstr>
      <vt:lpstr>AIC EGERTON CHAPEL</vt:lpstr>
      <vt:lpstr>   JAMES 3: 1 – 12  Psalm 19:14; 141:3  </vt:lpstr>
      <vt:lpstr>INTRODUCTION</vt:lpstr>
      <vt:lpstr>The Real Test of Humility is When  Our Faith</vt:lpstr>
      <vt:lpstr>The Real Test of Humility is When  Our Faith</vt:lpstr>
      <vt:lpstr>African Proverbs about the Tongue</vt:lpstr>
      <vt:lpstr>African Proverbs about the Tongue</vt:lpstr>
      <vt:lpstr>PowerPoint Presentation</vt:lpstr>
      <vt:lpstr>PowerPoint Presentation</vt:lpstr>
      <vt:lpstr>Western Proverb</vt:lpstr>
      <vt:lpstr> </vt:lpstr>
      <vt:lpstr>But at the same time</vt:lpstr>
      <vt:lpstr>James in 3:1-12 gives a WARNING</vt:lpstr>
      <vt:lpstr>Spiritual Maturity develops through response to SUFFERING/TRIALS –James 1</vt:lpstr>
      <vt:lpstr>Prove the Genuineness of your Faith</vt:lpstr>
      <vt:lpstr> James had spoken about the Tongue EARLIER </vt:lpstr>
      <vt:lpstr>JAMES 3:1-12; PSALM 19:14 &amp; 141:3</vt:lpstr>
      <vt:lpstr>The TONGUE is in a wet place and is likely to slip</vt:lpstr>
      <vt:lpstr>Cont’d</vt:lpstr>
      <vt:lpstr> James 3:1-12 -The TONGUE Is </vt:lpstr>
      <vt:lpstr>James 3:1-12 -The TONGUE Is</vt:lpstr>
      <vt:lpstr>James 3:1-12 -The TONGUE Is</vt:lpstr>
      <vt:lpstr>James 3:1-12 -The TONGUE Is</vt:lpstr>
      <vt:lpstr> </vt:lpstr>
      <vt:lpstr>Cont’d</vt:lpstr>
      <vt:lpstr>Cont’d</vt:lpstr>
      <vt:lpstr>THINK before TALKING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 EGERTON CHAPEL</dc:title>
  <dc:creator>Hp</dc:creator>
  <cp:lastModifiedBy>Hp</cp:lastModifiedBy>
  <cp:revision>246</cp:revision>
  <dcterms:created xsi:type="dcterms:W3CDTF">2024-06-23T04:26:32Z</dcterms:created>
  <dcterms:modified xsi:type="dcterms:W3CDTF">2024-09-29T04:00:57Z</dcterms:modified>
</cp:coreProperties>
</file>