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70" r:id="rId4"/>
    <p:sldId id="371" r:id="rId5"/>
    <p:sldId id="352" r:id="rId6"/>
    <p:sldId id="340" r:id="rId7"/>
    <p:sldId id="301" r:id="rId8"/>
    <p:sldId id="345" r:id="rId9"/>
    <p:sldId id="372" r:id="rId10"/>
    <p:sldId id="361" r:id="rId11"/>
    <p:sldId id="363" r:id="rId12"/>
    <p:sldId id="382" r:id="rId13"/>
    <p:sldId id="373" r:id="rId14"/>
    <p:sldId id="362" r:id="rId15"/>
    <p:sldId id="374" r:id="rId16"/>
    <p:sldId id="325" r:id="rId17"/>
    <p:sldId id="354" r:id="rId18"/>
    <p:sldId id="367" r:id="rId19"/>
    <p:sldId id="368" r:id="rId20"/>
    <p:sldId id="349" r:id="rId21"/>
    <p:sldId id="350" r:id="rId22"/>
    <p:sldId id="375" r:id="rId23"/>
    <p:sldId id="376" r:id="rId24"/>
    <p:sldId id="377" r:id="rId25"/>
    <p:sldId id="380" r:id="rId26"/>
    <p:sldId id="381" r:id="rId27"/>
    <p:sldId id="308" r:id="rId28"/>
    <p:sldId id="369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B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11-Jan-25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11-Jan-25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11-Jan-25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11-Jan-25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Vert">
          <a:fgClr>
            <a:schemeClr val="accent1"/>
          </a:fgClr>
          <a:bgClr>
            <a:srgbClr val="FF0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11-Jan-25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ransition spd="slow">
    <p:push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759855" y="666205"/>
            <a:ext cx="10740979" cy="1423851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AIC EGERTON CHAPEL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59856" y="2292439"/>
            <a:ext cx="10740978" cy="378179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SUNDAY</a:t>
            </a:r>
          </a:p>
          <a:p>
            <a:pPr marL="0" indent="0" algn="ctr">
              <a:buNone/>
            </a:pPr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11.01. 2025</a:t>
            </a:r>
            <a:endParaRPr lang="en-US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11093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31065" y="631065"/>
            <a:ext cx="10998557" cy="5460642"/>
          </a:xfrm>
        </p:spPr>
        <p:txBody>
          <a:bodyPr>
            <a:normAutofit fontScale="90000"/>
          </a:bodyPr>
          <a:lstStyle/>
          <a:p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NUMBERS 21:1-10 &amp;</a:t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JOHN 3:14 - 15</a:t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0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0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2157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656823"/>
            <a:ext cx="10908405" cy="5447763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sz="8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LIVING</a:t>
            </a: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ROOTED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sz="8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LOOKING</a:t>
            </a:r>
            <a:endParaRPr lang="en-US" sz="8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90456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605308"/>
            <a:ext cx="9601196" cy="1017430"/>
          </a:xfrm>
        </p:spPr>
        <p:txBody>
          <a:bodyPr>
            <a:normAutofit fontScale="90000"/>
          </a:bodyPr>
          <a:lstStyle/>
          <a:p>
            <a:r>
              <a:rPr lang="en-US" sz="86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580" y="1738648"/>
            <a:ext cx="10831133" cy="4137220"/>
          </a:xfrm>
        </p:spPr>
        <p:txBody>
          <a:bodyPr/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5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you looking at now?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5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always determines our responses! 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54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Murmuring or Complaining</a:t>
            </a:r>
            <a:endParaRPr lang="en-US" sz="5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7665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37883"/>
            <a:ext cx="9601196" cy="476518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460" y="914401"/>
            <a:ext cx="10921284" cy="558943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York Times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Complaining is </a:t>
            </a:r>
            <a:r>
              <a:rPr lang="en-US" sz="54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for your Health 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that it </a:t>
            </a:r>
            <a:r>
              <a:rPr lang="en-US" sz="5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friendship 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social fabric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N.T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not Complain 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Philippians 2; James 5 and 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Ephes. </a:t>
            </a:r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0206831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431" y="574767"/>
            <a:ext cx="10277341" cy="58433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4" y="1249251"/>
            <a:ext cx="10959736" cy="4868214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O.T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Plenty of Stories – Complaining is a </a:t>
            </a:r>
            <a:r>
              <a:rPr 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serious offense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against God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16771161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09094"/>
            <a:ext cx="9601196" cy="914399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Israelites Complained in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4" y="1107583"/>
            <a:ext cx="11101589" cy="5164428"/>
          </a:xfrm>
        </p:spPr>
        <p:txBody>
          <a:bodyPr>
            <a:no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SLAVERY in Egypt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Exod. 14:11 – Red Sea &amp; Pharaoh’s Army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Exod. </a:t>
            </a:r>
            <a:r>
              <a:rPr lang="en-US" sz="6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15:22 - Water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6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Exod. </a:t>
            </a:r>
            <a:r>
              <a:rPr lang="en-US" sz="6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16:1-3 - Manna &amp; Quail</a:t>
            </a:r>
          </a:p>
        </p:txBody>
      </p:sp>
    </p:spTree>
    <p:extLst>
      <p:ext uri="{BB962C8B-B14F-4D97-AF65-F5344CB8AC3E}">
        <p14:creationId xmlns:p14="http://schemas.microsoft.com/office/powerpoint/2010/main" val="136344432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975" y="327546"/>
            <a:ext cx="10831132" cy="900753"/>
          </a:xfrm>
        </p:spPr>
        <p:txBody>
          <a:bodyPr>
            <a:noAutofit/>
          </a:bodyPr>
          <a:lstStyle/>
          <a:p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Numbers 21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975" y="1405719"/>
            <a:ext cx="10853622" cy="4892050"/>
          </a:xfrm>
        </p:spPr>
        <p:txBody>
          <a:bodyPr>
            <a:no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5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Murmured &amp; Complained Why?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5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Wandering </a:t>
            </a:r>
            <a:r>
              <a:rPr lang="en-US" sz="5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aimlessly in the Wilderness </a:t>
            </a:r>
            <a:r>
              <a:rPr lang="en-US" sz="5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5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 years – Tired, Exhausted, Impatient &amp; Frustrated</a:t>
            </a:r>
          </a:p>
        </p:txBody>
      </p:sp>
    </p:spTree>
    <p:extLst>
      <p:ext uri="{BB962C8B-B14F-4D97-AF65-F5344CB8AC3E}">
        <p14:creationId xmlns:p14="http://schemas.microsoft.com/office/powerpoint/2010/main" val="296179329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386366"/>
            <a:ext cx="10050885" cy="965917"/>
          </a:xfrm>
        </p:spPr>
        <p:txBody>
          <a:bodyPr>
            <a:normAutofit fontScale="90000"/>
          </a:bodyPr>
          <a:lstStyle/>
          <a:p>
            <a:r>
              <a:rPr lang="en-US" sz="6600" b="1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Causes of Frustrations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307" y="1352283"/>
            <a:ext cx="11088710" cy="4778061"/>
          </a:xfrm>
        </p:spPr>
        <p:txBody>
          <a:bodyPr>
            <a:normAutofit lnSpcReduction="10000"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810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Leaders Dead (Mirriam &amp; Aaron); Route Blocked by Edomites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989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502277"/>
            <a:ext cx="9922097" cy="746974"/>
          </a:xfrm>
        </p:spPr>
        <p:txBody>
          <a:bodyPr>
            <a:noAutofit/>
          </a:bodyPr>
          <a:lstStyle/>
          <a:p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944" y="1352283"/>
            <a:ext cx="10921283" cy="488109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looked at what they had – </a:t>
            </a:r>
            <a:r>
              <a:rPr lang="en-US" sz="6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Enough </a:t>
            </a:r>
            <a:r>
              <a:rPr lang="en-US" sz="6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Complained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Looked at what they didn't have – Why? - </a:t>
            </a:r>
            <a:r>
              <a:rPr lang="en-US" sz="6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Complained</a:t>
            </a:r>
            <a:endParaRPr lang="en-US" sz="6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86751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76519"/>
            <a:ext cx="9601196" cy="55379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428" y="1030310"/>
            <a:ext cx="11050073" cy="5306096"/>
          </a:xfrm>
        </p:spPr>
        <p:txBody>
          <a:bodyPr>
            <a:norm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Doubted God’s Promise</a:t>
            </a:r>
            <a:endParaRPr lang="en-US" sz="7200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Despised God’s Provision</a:t>
            </a:r>
          </a:p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Despised God’s Word</a:t>
            </a:r>
            <a:endParaRPr lang="en-US" sz="7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58839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32264"/>
            <a:ext cx="9813876" cy="859808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Won’t Stop Complaining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444" y="1392072"/>
            <a:ext cx="10918209" cy="4817659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 When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God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been good to us </a:t>
            </a:r>
            <a:endParaRPr lang="en-US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 when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God has kept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 alive </a:t>
            </a:r>
            <a:endParaRPr lang="en-US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 when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God has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opened doors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us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 when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God has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bread on our tables </a:t>
            </a:r>
            <a:endParaRPr lang="en-US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 when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God has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blessed us with a place to live </a:t>
            </a:r>
            <a:endParaRPr lang="en-US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703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25003"/>
            <a:ext cx="9601196" cy="57954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550" y="1004552"/>
            <a:ext cx="10959920" cy="51000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Moses had a similar problem with the Israelites. They </a:t>
            </a: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complained and murmured in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wilderness. </a:t>
            </a:r>
            <a:endParaRPr lang="en-US" sz="40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water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(20:2) </a:t>
            </a:r>
            <a:endParaRPr lang="en-US" sz="40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“evil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they had been exposed to. (20:5) </a:t>
            </a:r>
            <a:endParaRPr lang="en-US" sz="40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place to grow crops. (20:5</a:t>
            </a: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Lack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food. They were impatient, they were uncomfortable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63943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28034"/>
            <a:ext cx="9601196" cy="437881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944" y="965915"/>
            <a:ext cx="10947041" cy="5215944"/>
          </a:xfrm>
        </p:spPr>
        <p:txBody>
          <a:bodyPr>
            <a:noAutofit/>
          </a:bodyPr>
          <a:lstStyle/>
          <a:p>
            <a:pPr lvl="0" algn="just">
              <a:buClr>
                <a:srgbClr val="AB946B"/>
              </a:buClr>
              <a:buFont typeface="Wingdings" panose="05000000000000000000" pitchFamily="2" charset="2"/>
              <a:buChar char="q"/>
            </a:pP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sz="8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LIVING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ROOTED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</a:t>
            </a:r>
            <a:r>
              <a:rPr lang="en-US" sz="8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LOOKING</a:t>
            </a:r>
            <a:endParaRPr lang="en-US" sz="8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7405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77673"/>
            <a:ext cx="10534918" cy="1323832"/>
          </a:xfrm>
        </p:spPr>
        <p:txBody>
          <a:bodyPr>
            <a:normAutofit/>
          </a:bodyPr>
          <a:lstStyle/>
          <a:p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you looking at?</a:t>
            </a:r>
            <a:endParaRPr lang="en-US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218" y="1801505"/>
            <a:ext cx="10728100" cy="4312691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Difficulties </a:t>
            </a:r>
            <a:r>
              <a:rPr lang="en-US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God’s Providence in the Past &amp; Present? –Cloud by day and fire by night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66059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2" y="437882"/>
            <a:ext cx="10844011" cy="1983346"/>
          </a:xfrm>
        </p:spPr>
        <p:txBody>
          <a:bodyPr>
            <a:noAutofit/>
          </a:bodyPr>
          <a:lstStyle/>
          <a:p>
            <a:pPr lvl="0"/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We Look (Focus) on God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822" y="2150771"/>
            <a:ext cx="10998557" cy="4056845"/>
          </a:xfrm>
        </p:spPr>
        <p:txBody>
          <a:bodyPr>
            <a:noAutofit/>
          </a:bodyPr>
          <a:lstStyle/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72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7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We TRUST His Care</a:t>
            </a:r>
            <a:endParaRPr lang="en-US" sz="7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59130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217" y="437883"/>
            <a:ext cx="10882647" cy="54091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792" y="875763"/>
            <a:ext cx="11050072" cy="529321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AB946B"/>
              </a:buClr>
              <a:buSzPts val="1000"/>
              <a:buNone/>
              <a:tabLst>
                <a:tab pos="457200" algn="l"/>
              </a:tabLst>
            </a:pPr>
            <a:r>
              <a:rPr lang="en-US" sz="6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Instead of </a:t>
            </a:r>
            <a:r>
              <a:rPr lang="en-US" sz="6600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focusing on </a:t>
            </a:r>
            <a:r>
              <a:rPr lang="en-US" sz="66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 Care</a:t>
            </a:r>
            <a:r>
              <a:rPr lang="en-US" sz="6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Israelites were consumed </a:t>
            </a:r>
            <a:r>
              <a:rPr lang="en-US" sz="6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66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pettiness</a:t>
            </a:r>
            <a:r>
              <a:rPr lang="en-US" sz="6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6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gave their </a:t>
            </a:r>
            <a:r>
              <a:rPr lang="en-US" sz="6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attention to </a:t>
            </a:r>
            <a:r>
              <a:rPr lang="en-US" sz="66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little things </a:t>
            </a:r>
            <a:r>
              <a:rPr lang="en-US" sz="66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rather than </a:t>
            </a:r>
            <a:r>
              <a:rPr lang="en-US" sz="66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 their </a:t>
            </a:r>
            <a:r>
              <a:rPr lang="en-US" sz="66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Mission &amp; Goal </a:t>
            </a:r>
            <a:endParaRPr lang="en-US" sz="6600" b="1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46025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53793"/>
            <a:ext cx="9601196" cy="746974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Look (Focus) on God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428" y="1300767"/>
            <a:ext cx="10921285" cy="489397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8000" b="1" dirty="0" smtClean="0">
              <a:ln w="3175" cmpd="sng"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66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6600" b="1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66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ENCOUNTER </a:t>
            </a:r>
            <a:r>
              <a:rPr lang="en-US" sz="6600" b="1" dirty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</a:t>
            </a:r>
            <a:r>
              <a:rPr lang="en-US" sz="66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Abundant Living  </a:t>
            </a:r>
            <a:r>
              <a:rPr lang="en-US" sz="66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66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Vv. </a:t>
            </a:r>
            <a:r>
              <a:rPr lang="en-US" sz="66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US" sz="66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6600" b="1" dirty="0" smtClean="0">
                <a:ln w="3175" cmpd="sng"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370014192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624" y="464024"/>
            <a:ext cx="9601196" cy="764275"/>
          </a:xfrm>
        </p:spPr>
        <p:txBody>
          <a:bodyPr/>
          <a:lstStyle/>
          <a:p>
            <a:r>
              <a:rPr lang="en-US" b="1" dirty="0" smtClean="0"/>
              <a:t>Cont’d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228299"/>
            <a:ext cx="10740981" cy="492780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God does not want to 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hear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complaints! He wants to hear </a:t>
            </a:r>
            <a:r>
              <a:rPr lang="en-US" sz="8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your Praise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50570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763" y="489398"/>
            <a:ext cx="10728102" cy="850005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we allowed to complain a little bit?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338" y="1339403"/>
            <a:ext cx="10895527" cy="4765183"/>
          </a:xfrm>
        </p:spPr>
        <p:txBody>
          <a:bodyPr>
            <a:normAutofit fontScale="47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No money to pay bills?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Economy is biting hard?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making losses.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son or daughter is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drugs</a:t>
            </a: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When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daughter is having </a:t>
            </a: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baby out of wedlock.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8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your spouse is unfaithful?</a:t>
            </a:r>
            <a:endParaRPr 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18147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40914"/>
            <a:ext cx="9601196" cy="46363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823" y="1184855"/>
            <a:ext cx="10947042" cy="4842457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passage tell us that complains attracts God’s punishment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God sent </a:t>
            </a:r>
            <a:r>
              <a:rPr lang="en-US" sz="6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VENOMOUS SNAKES to bite </a:t>
            </a: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Men &amp; Women, Boys &amp; Girls alike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8415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515156"/>
            <a:ext cx="10256947" cy="927278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 God gave a formula for Cure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307" y="1442433"/>
            <a:ext cx="10947041" cy="4584879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snake bite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Confession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Intercession =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Hope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Confession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"We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sinned when we spoke against the LORD and against you. Pray that the LORD will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the snakes away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.“ – V. 7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confession is not complaining! Complaining is talking about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somebody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else, confession is talking about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ourselves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24010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988" y="347730"/>
            <a:ext cx="9601196" cy="850006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307" y="1197735"/>
            <a:ext cx="11024316" cy="5009881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7b - "So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Moses prayed for the people."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Intercession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job of every blood washed, Spirit filled child of God. It is not telling God about what somebody did to you that would be complaining. 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asking God to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heal, forgive, restore, uplift, bless, lead, comfort and or keep them! </a:t>
            </a:r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Moses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a great example for those of us in leadership in the area of Intercession. </a:t>
            </a:r>
          </a:p>
        </p:txBody>
      </p:sp>
    </p:spTree>
    <p:extLst>
      <p:ext uri="{BB962C8B-B14F-4D97-AF65-F5344CB8AC3E}">
        <p14:creationId xmlns:p14="http://schemas.microsoft.com/office/powerpoint/2010/main" val="407293420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489398"/>
            <a:ext cx="9601196" cy="61818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6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Hope</a:t>
            </a:r>
            <a:r>
              <a:rPr lang="en-US" sz="6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459" y="1107583"/>
            <a:ext cx="10908405" cy="5252273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Vv. 8-9 </a:t>
            </a:r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God tells Moses to make replica of a snake and to put it on a pole.</a:t>
            </a:r>
            <a:endParaRPr lang="en-US" sz="3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Moses made a bronze snake and put it up on a pole. Then when anyone was bitten by a snake and </a:t>
            </a:r>
            <a:r>
              <a:rPr lang="en-US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looked at the bronze snake, he lived</a:t>
            </a:r>
            <a:r>
              <a:rPr lang="en-US" sz="3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9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 </a:t>
            </a:r>
            <a:r>
              <a:rPr lang="en-US" sz="3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 and </a:t>
            </a:r>
            <a:r>
              <a:rPr lang="en-US" sz="39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</a:t>
            </a:r>
            <a:r>
              <a:rPr lang="en-US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1400 years later Jesus said in - </a:t>
            </a:r>
            <a:r>
              <a:rPr lang="en-US" sz="3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John 3:14 - 15 </a:t>
            </a:r>
            <a:r>
              <a:rPr lang="en-US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“Just </a:t>
            </a:r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Moses lifted up the bronze snake on a pole in the wilderness, so I, the Son of Man, must be lifted up on a pole, [15] so that everyone who believes in me will have eternal life.”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49909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22" y="0"/>
            <a:ext cx="11088710" cy="63492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279" y="0"/>
            <a:ext cx="10599313" cy="649095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31988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515155"/>
            <a:ext cx="9601196" cy="57954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580" y="1094705"/>
            <a:ext cx="10934164" cy="4781164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Belief has an object </a:t>
            </a: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God of Mercy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Belief has a </a:t>
            </a:r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Tangible Results 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-saved from snake </a:t>
            </a: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bites 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death. saved from eternal death and they receive eternal life.</a:t>
            </a:r>
            <a:endParaRPr lang="en-US" sz="6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Belief is an Ongoing </a:t>
            </a:r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-whoever </a:t>
            </a:r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‘keeps on’ 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believing.</a:t>
            </a:r>
          </a:p>
        </p:txBody>
      </p:sp>
    </p:spTree>
    <p:extLst>
      <p:ext uri="{BB962C8B-B14F-4D97-AF65-F5344CB8AC3E}">
        <p14:creationId xmlns:p14="http://schemas.microsoft.com/office/powerpoint/2010/main" val="193109964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8540" y="270456"/>
            <a:ext cx="9601196" cy="798490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1" y="978794"/>
            <a:ext cx="11220993" cy="5267460"/>
          </a:xfrm>
        </p:spPr>
        <p:txBody>
          <a:bodyPr>
            <a:noAutofit/>
          </a:bodyPr>
          <a:lstStyle/>
          <a:p>
            <a:pPr lvl="0" algn="just">
              <a:buFont typeface="Wingdings" panose="05000000000000000000" pitchFamily="2" charset="2"/>
              <a:buChar char="q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</a:t>
            </a:r>
            <a:r>
              <a:rPr 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LIVING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ROOTED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</a:t>
            </a:r>
            <a:r>
              <a:rPr 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LOOKING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6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5094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975" y="489398"/>
            <a:ext cx="10444766" cy="759853"/>
          </a:xfrm>
        </p:spPr>
        <p:txBody>
          <a:bodyPr>
            <a:noAutofit/>
          </a:bodyPr>
          <a:lstStyle/>
          <a:p>
            <a:pPr algn="just"/>
            <a:r>
              <a:rPr lang="en-US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We Look (Focus) on God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307" y="1416675"/>
            <a:ext cx="10972800" cy="4739425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AB946B"/>
              </a:buClr>
              <a:buSzPts val="1000"/>
              <a:buNone/>
              <a:tabLst>
                <a:tab pos="457200" algn="l"/>
              </a:tabLst>
            </a:pPr>
            <a:r>
              <a:rPr lang="en-US" sz="48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5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</a:t>
            </a:r>
            <a:r>
              <a:rPr lang="en-US" sz="5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TRUST His </a:t>
            </a:r>
            <a:r>
              <a:rPr lang="en-US" sz="5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Care Vv. 4 - 5</a:t>
            </a:r>
          </a:p>
          <a:p>
            <a:pPr marL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AB946B"/>
              </a:buClr>
              <a:buSzPts val="1000"/>
              <a:buNone/>
              <a:tabLst>
                <a:tab pos="457200" algn="l"/>
              </a:tabLst>
            </a:pPr>
            <a:endParaRPr lang="en-US" sz="5400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0"/>
              </a:spcBef>
              <a:spcAft>
                <a:spcPts val="800"/>
              </a:spcAft>
              <a:buClr>
                <a:srgbClr val="AB946B"/>
              </a:buClr>
              <a:buSzPts val="1000"/>
              <a:buNone/>
              <a:tabLst>
                <a:tab pos="457200" algn="l"/>
              </a:tabLst>
            </a:pPr>
            <a:r>
              <a:rPr lang="en-US" sz="54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5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We ENCOUNTER His Abundant Living  - Vv. 6 -10</a:t>
            </a:r>
          </a:p>
          <a:p>
            <a:pPr marL="0" lvl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AB946B"/>
              </a:buClr>
              <a:buSzPts val="1000"/>
              <a:buNone/>
              <a:tabLst>
                <a:tab pos="457200" algn="l"/>
              </a:tabLst>
            </a:pPr>
            <a:r>
              <a:rPr lang="en-US" sz="7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Look &amp; Live</a:t>
            </a:r>
            <a:endParaRPr lang="en-US" sz="72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66908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16760</TotalTime>
  <Words>824</Words>
  <Application>Microsoft Office PowerPoint</Application>
  <PresentationFormat>Widescreen</PresentationFormat>
  <Paragraphs>91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Garamond</vt:lpstr>
      <vt:lpstr>Times New Roman</vt:lpstr>
      <vt:lpstr>Wingdings</vt:lpstr>
      <vt:lpstr>Organic</vt:lpstr>
      <vt:lpstr>AIC EGERTON CHAPEL</vt:lpstr>
      <vt:lpstr>   NUMBERS 21:1-10 &amp; JOHN 3:14 - 15   </vt:lpstr>
      <vt:lpstr>OUR LIVING IS ROOTED  IN OUR LOOKING</vt:lpstr>
      <vt:lpstr>INTRODUCTION</vt:lpstr>
      <vt:lpstr>Cont’d</vt:lpstr>
      <vt:lpstr>Cont’d</vt:lpstr>
      <vt:lpstr>The Israelites Complained in</vt:lpstr>
      <vt:lpstr>In Numbers 21</vt:lpstr>
      <vt:lpstr>Other Causes of Frustrations</vt:lpstr>
      <vt:lpstr>Cont’d</vt:lpstr>
      <vt:lpstr>Cont’d</vt:lpstr>
      <vt:lpstr>We Won’t Stop Complaining</vt:lpstr>
      <vt:lpstr>Cont’d</vt:lpstr>
      <vt:lpstr>Cont’d</vt:lpstr>
      <vt:lpstr>What are you looking at?</vt:lpstr>
      <vt:lpstr>When We Look (Focus) on God</vt:lpstr>
      <vt:lpstr>Cont’d</vt:lpstr>
      <vt:lpstr>When We Look (Focus) on God</vt:lpstr>
      <vt:lpstr>Cont’d</vt:lpstr>
      <vt:lpstr>Are we allowed to complain a little bit?</vt:lpstr>
      <vt:lpstr>Cont’d</vt:lpstr>
      <vt:lpstr>However God gave a formula for Cure</vt:lpstr>
      <vt:lpstr>Intercession</vt:lpstr>
      <vt:lpstr> Hope </vt:lpstr>
      <vt:lpstr>PowerPoint Presentation</vt:lpstr>
      <vt:lpstr>Cont’d</vt:lpstr>
      <vt:lpstr>Conclusion</vt:lpstr>
      <vt:lpstr>When We Look (Focus) on God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 EGERTON CHAPEL</dc:title>
  <dc:creator>Hp</dc:creator>
  <cp:lastModifiedBy>Hp</cp:lastModifiedBy>
  <cp:revision>464</cp:revision>
  <dcterms:created xsi:type="dcterms:W3CDTF">2024-06-23T04:26:32Z</dcterms:created>
  <dcterms:modified xsi:type="dcterms:W3CDTF">2025-01-11T20:24:16Z</dcterms:modified>
</cp:coreProperties>
</file>