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01" r:id="rId4"/>
    <p:sldId id="325" r:id="rId5"/>
    <p:sldId id="326" r:id="rId6"/>
    <p:sldId id="317" r:id="rId7"/>
    <p:sldId id="327" r:id="rId8"/>
    <p:sldId id="303" r:id="rId9"/>
    <p:sldId id="328" r:id="rId10"/>
    <p:sldId id="302" r:id="rId11"/>
    <p:sldId id="331" r:id="rId12"/>
    <p:sldId id="332" r:id="rId13"/>
    <p:sldId id="312" r:id="rId14"/>
    <p:sldId id="313" r:id="rId15"/>
    <p:sldId id="320" r:id="rId16"/>
    <p:sldId id="322" r:id="rId17"/>
    <p:sldId id="304" r:id="rId18"/>
    <p:sldId id="333" r:id="rId19"/>
    <p:sldId id="334" r:id="rId20"/>
    <p:sldId id="337" r:id="rId21"/>
    <p:sldId id="335" r:id="rId22"/>
    <p:sldId id="306" r:id="rId23"/>
    <p:sldId id="305" r:id="rId24"/>
    <p:sldId id="260" r:id="rId25"/>
    <p:sldId id="307" r:id="rId26"/>
    <p:sldId id="275" r:id="rId27"/>
    <p:sldId id="274" r:id="rId28"/>
    <p:sldId id="30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13-Oct-24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13-Oct-24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59855" y="666205"/>
            <a:ext cx="10740979" cy="1423851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 EGERTON CHAPEL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59856" y="2292439"/>
            <a:ext cx="10740978" cy="37817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13.10. 2024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09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1065" y="631065"/>
            <a:ext cx="10998557" cy="5460642"/>
          </a:xfrm>
        </p:spPr>
        <p:txBody>
          <a:bodyPr>
            <a:normAutofit fontScale="90000"/>
          </a:bodyPr>
          <a:lstStyle/>
          <a:p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SAMUEL 12:1-25</a:t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PSALM 15:1-5</a:t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57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824247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1365161"/>
            <a:ext cx="11101589" cy="472654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Samuel 12,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farewell speech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prophet Samuel at </a:t>
            </a:r>
            <a:r>
              <a:rPr lang="en-US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Gilgal</a:t>
            </a:r>
            <a:endParaRPr lang="en-US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quite a few farewell speeches in the Scriptures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443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631066"/>
            <a:ext cx="10844011" cy="792785"/>
          </a:xfrm>
        </p:spPr>
        <p:txBody>
          <a:bodyPr>
            <a:normAutofit/>
          </a:bodyPr>
          <a:lstStyle/>
          <a:p>
            <a:pPr lvl="0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Farewell Speeches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854" y="1528355"/>
            <a:ext cx="10831132" cy="4537594"/>
          </a:xfrm>
        </p:spPr>
        <p:txBody>
          <a:bodyPr>
            <a:normAutofit fontScale="85000" lnSpcReduction="20000"/>
          </a:bodyPr>
          <a:lstStyle/>
          <a:p>
            <a:pPr lvl="0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 </a:t>
            </a: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Genesis </a:t>
            </a:r>
            <a:r>
              <a:rPr lang="en-US" sz="4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47:29 – </a:t>
            </a: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49:33</a:t>
            </a:r>
            <a:endParaRPr lang="en-US" sz="48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Moses - Deuteronomy </a:t>
            </a:r>
            <a:r>
              <a:rPr lang="en-US" sz="4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 – </a:t>
            </a: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en-US" sz="48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Joshua </a:t>
            </a: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Joshua </a:t>
            </a:r>
            <a:r>
              <a:rPr lang="en-US" sz="4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 – </a:t>
            </a: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en-US" sz="48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David - 1 </a:t>
            </a:r>
            <a:r>
              <a:rPr lang="en-US" sz="4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Chronicles 28 – </a:t>
            </a: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en-US" sz="48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Paul </a:t>
            </a: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Acts 20:18-35</a:t>
            </a:r>
            <a:endParaRPr lang="en-US" sz="48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Jesus </a:t>
            </a: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Matthew 28:18-20</a:t>
            </a:r>
          </a:p>
          <a:p>
            <a:pPr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6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6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91307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125" y="509451"/>
            <a:ext cx="10720587" cy="587829"/>
          </a:xfrm>
        </p:spPr>
        <p:txBody>
          <a:bodyPr>
            <a:noAutofit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1606731"/>
            <a:ext cx="10998558" cy="4441372"/>
          </a:xfrm>
        </p:spPr>
        <p:txBody>
          <a:bodyPr>
            <a:normAutofit fontScale="25000" lnSpcReduction="2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the </a:t>
            </a:r>
            <a:r>
              <a:rPr lang="en-US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farewell speeches </a:t>
            </a:r>
            <a:r>
              <a:rPr lang="en-US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Scriptures are for honored and Godly people. </a:t>
            </a:r>
            <a:endParaRPr lang="en-US" sz="19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19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Samuel </a:t>
            </a:r>
            <a:r>
              <a:rPr lang="en-US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placed </a:t>
            </a:r>
            <a:r>
              <a:rPr lang="en-US" sz="19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highest </a:t>
            </a:r>
            <a:r>
              <a:rPr lang="en-US" sz="19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echelon of </a:t>
            </a:r>
            <a:r>
              <a:rPr lang="en-US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faithful Biblical leaders</a:t>
            </a:r>
            <a:r>
              <a:rPr lang="en-US" sz="19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Samuel </a:t>
            </a:r>
            <a:r>
              <a:rPr lang="en-US" sz="19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people and king alike to integrity.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895721435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023" y="548640"/>
            <a:ext cx="10759256" cy="1280159"/>
          </a:xfrm>
        </p:spPr>
        <p:txBody>
          <a:bodyPr>
            <a:normAutofit fontScale="90000"/>
          </a:bodyPr>
          <a:lstStyle/>
          <a:p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Samuel </a:t>
            </a: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in  1 Samuel 12</a:t>
            </a:r>
            <a:b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21" y="1489166"/>
            <a:ext cx="10998558" cy="46957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Samuel 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8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8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King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alike to </a:t>
            </a: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45733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069" y="515156"/>
            <a:ext cx="10470523" cy="542936"/>
          </a:xfrm>
        </p:spPr>
        <p:txBody>
          <a:bodyPr>
            <a:noAutofit/>
          </a:bodyPr>
          <a:lstStyle/>
          <a:p>
            <a:pPr algn="l"/>
            <a:r>
              <a:rPr lang="en-US" sz="4000" b="1" dirty="0" smtClean="0"/>
              <a:t>Cont’d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6" y="1162595"/>
            <a:ext cx="10895526" cy="518669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as Christians are called to </a:t>
            </a: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INTEGRITY.</a:t>
            </a:r>
          </a:p>
          <a:p>
            <a:pPr marL="0" indent="0" algn="just">
              <a:buNone/>
            </a:pPr>
            <a:endParaRPr lang="en-US" sz="7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788035612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9452"/>
            <a:ext cx="9601196" cy="9535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sz="7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746975"/>
            <a:ext cx="11038114" cy="5275001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Society Suffers from a Lack of Integrity. </a:t>
            </a:r>
            <a:endParaRPr lang="en-US" sz="5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Everyday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read about someone showing a lack of integrity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 Huge Need for Integrity Today (Psalm 15:1)</a:t>
            </a:r>
          </a:p>
        </p:txBody>
      </p:sp>
    </p:spTree>
    <p:extLst>
      <p:ext uri="{BB962C8B-B14F-4D97-AF65-F5344CB8AC3E}">
        <p14:creationId xmlns:p14="http://schemas.microsoft.com/office/powerpoint/2010/main" val="14139654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476517"/>
          </a:xfrm>
        </p:spPr>
        <p:txBody>
          <a:bodyPr>
            <a:noAutofit/>
          </a:bodyPr>
          <a:lstStyle/>
          <a:p>
            <a:pPr algn="l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580" y="1017431"/>
            <a:ext cx="10869769" cy="5213551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Unfortunately, the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integrity is a problem inside the church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Christians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well as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non-Christians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sz="7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879782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651" y="561704"/>
            <a:ext cx="10345783" cy="713304"/>
          </a:xfrm>
        </p:spPr>
        <p:txBody>
          <a:bodyPr>
            <a:noAutofit/>
          </a:bodyPr>
          <a:lstStyle/>
          <a:p>
            <a:pPr algn="l"/>
            <a:r>
              <a:rPr lang="en-US" sz="6600" b="1" dirty="0" smtClean="0">
                <a:solidFill>
                  <a:schemeClr val="tx1"/>
                </a:solidFill>
              </a:rPr>
              <a:t>Cont’d</a:t>
            </a:r>
            <a:endParaRPr lang="en-US" sz="66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30" y="1275008"/>
            <a:ext cx="11090364" cy="489397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Christians show a lack of integrity, it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gains more attention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the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is watching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7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6000" dirty="0">
              <a:solidFill>
                <a:srgbClr val="FF0000"/>
              </a:solidFill>
            </a:endParaRPr>
          </a:p>
          <a:p>
            <a:pPr algn="just"/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4253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702" y="335327"/>
            <a:ext cx="10882648" cy="1197259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1532586"/>
            <a:ext cx="10882648" cy="4430333"/>
          </a:xfrm>
        </p:spPr>
        <p:txBody>
          <a:bodyPr>
            <a:noAutofit/>
          </a:bodyPr>
          <a:lstStyle/>
          <a:p>
            <a:pPr marR="0" indent="-571500"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sz="5400" b="1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Christians quits </a:t>
            </a:r>
            <a:r>
              <a:rPr lang="en-US" sz="5400" b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job </a:t>
            </a:r>
            <a:r>
              <a:rPr lang="en-US" sz="54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5400" b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warning</a:t>
            </a:r>
            <a:r>
              <a:rPr lang="en-US" sz="54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 that’s not </a:t>
            </a:r>
            <a:r>
              <a:rPr lang="en-US" sz="5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integrity  </a:t>
            </a:r>
            <a:endParaRPr lang="en-US" sz="5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-571500"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they </a:t>
            </a:r>
            <a:r>
              <a:rPr lang="en-US" sz="5400" b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 up for work late </a:t>
            </a:r>
            <a:r>
              <a:rPr lang="en-US" sz="54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take long breaks… That’s not </a:t>
            </a:r>
            <a:r>
              <a:rPr lang="en-US" sz="5400" dirty="0" smtClean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endParaRPr lang="en-US" sz="5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114482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338" y="489398"/>
            <a:ext cx="10908406" cy="725448"/>
          </a:xfrm>
        </p:spPr>
        <p:txBody>
          <a:bodyPr>
            <a:noAutofit/>
          </a:bodyPr>
          <a:lstStyle/>
          <a:p>
            <a:pPr algn="l"/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338" y="1358537"/>
            <a:ext cx="10908406" cy="4676503"/>
          </a:xfrm>
        </p:spPr>
        <p:txBody>
          <a:bodyPr>
            <a:normAutofit fontScale="25000" lnSpcReduction="20000"/>
          </a:bodyPr>
          <a:lstStyle/>
          <a:p>
            <a:pPr marL="857250" marR="0" indent="-1143000" algn="just">
              <a:buFont typeface="Wingdings" panose="05000000000000000000" pitchFamily="2" charset="2"/>
              <a:buChar char="q"/>
            </a:pPr>
            <a:r>
              <a:rPr lang="en-US" sz="17600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a Christian, </a:t>
            </a:r>
            <a:r>
              <a:rPr lang="en-US" sz="17600" b="1" dirty="0">
                <a:solidFill>
                  <a:srgbClr val="44444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Represent Jesus at ALL Times.</a:t>
            </a:r>
            <a:endParaRPr lang="en-US" sz="17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7600" dirty="0">
                <a:solidFill>
                  <a:srgbClr val="44444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will </a:t>
            </a:r>
            <a:r>
              <a:rPr lang="en-US" sz="17600" b="1" dirty="0">
                <a:solidFill>
                  <a:srgbClr val="44444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either be a good representative </a:t>
            </a:r>
            <a:r>
              <a:rPr lang="en-US" sz="17600" dirty="0">
                <a:solidFill>
                  <a:srgbClr val="44444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US" sz="17600" b="1" dirty="0">
                <a:solidFill>
                  <a:srgbClr val="44444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bad one</a:t>
            </a:r>
            <a:r>
              <a:rPr lang="en-US" sz="17600" dirty="0">
                <a:solidFill>
                  <a:srgbClr val="44444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but we are representatives.  </a:t>
            </a:r>
            <a:endParaRPr lang="en-US" sz="17600" dirty="0" smtClean="0">
              <a:solidFill>
                <a:srgbClr val="444444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7600" dirty="0" smtClean="0">
                <a:solidFill>
                  <a:srgbClr val="44444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God </a:t>
            </a:r>
            <a:r>
              <a:rPr lang="en-US" sz="17600" dirty="0">
                <a:solidFill>
                  <a:srgbClr val="44444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calls or mandates that we as Christians live morally </a:t>
            </a:r>
            <a:r>
              <a:rPr lang="en-US" sz="1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upright lives.  Our standards for living come from the </a:t>
            </a:r>
            <a:r>
              <a:rPr lang="en-US" sz="17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 of God, </a:t>
            </a:r>
            <a:r>
              <a:rPr lang="en-US" sz="1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from our </a:t>
            </a:r>
            <a:r>
              <a:rPr lang="en-US" sz="17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culture</a:t>
            </a:r>
            <a:r>
              <a:rPr lang="en-US" sz="1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/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025411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096" y="528035"/>
            <a:ext cx="10715222" cy="850004"/>
          </a:xfrm>
        </p:spPr>
        <p:txBody>
          <a:bodyPr>
            <a:noAutofit/>
          </a:bodyPr>
          <a:lstStyle/>
          <a:p>
            <a:pPr algn="l"/>
            <a:r>
              <a:rPr lang="en-US" sz="7200" b="1" dirty="0" smtClean="0"/>
              <a:t>Cont’d</a:t>
            </a:r>
            <a:endParaRPr lang="en-US" sz="7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378038"/>
            <a:ext cx="10998557" cy="4868215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each one of us truly want to 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a difference in our culture and </a:t>
            </a:r>
            <a:r>
              <a:rPr lang="en-US" sz="6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today </a:t>
            </a:r>
            <a:r>
              <a:rPr lang="en-US" sz="6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single most important characteristic </a:t>
            </a:r>
            <a:r>
              <a:rPr lang="en-US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6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</a:p>
        </p:txBody>
      </p:sp>
    </p:spTree>
    <p:extLst>
      <p:ext uri="{BB962C8B-B14F-4D97-AF65-F5344CB8AC3E}">
        <p14:creationId xmlns:p14="http://schemas.microsoft.com/office/powerpoint/2010/main" val="299990601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248" y="386366"/>
            <a:ext cx="10380372" cy="798490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5" y="1184856"/>
            <a:ext cx="10972799" cy="4945488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a frequently used term in Christian culture. But it IS a Biblical term, used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 in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BIBLE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O.T Hebrew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forms,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for “integrity” means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“completeness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is completeness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76538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159" y="463640"/>
            <a:ext cx="10702342" cy="824248"/>
          </a:xfrm>
        </p:spPr>
        <p:txBody>
          <a:bodyPr>
            <a:normAutofit fontScale="90000"/>
          </a:bodyPr>
          <a:lstStyle/>
          <a:p>
            <a:r>
              <a:rPr lang="en-US" sz="7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is</a:t>
            </a:r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429555"/>
            <a:ext cx="11050073" cy="444631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Wholeness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purpose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honesty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dependability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truthful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upright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trustworthy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whole-hearted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blameless approach to life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purity of motives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the opposite of those </a:t>
            </a:r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unfaithful, unreliable people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say one thing and then do another.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637828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502275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184856"/>
            <a:ext cx="11062952" cy="485533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is completing the race marked out for us with perseverance.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is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finishing a project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same gusto/enthusiasm with which you started it.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is doing the right thing despite all pressures to the contrary;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being complete in our obedience to the Lord.</a:t>
            </a:r>
          </a:p>
        </p:txBody>
      </p:sp>
    </p:spTree>
    <p:extLst>
      <p:ext uri="{BB962C8B-B14F-4D97-AF65-F5344CB8AC3E}">
        <p14:creationId xmlns:p14="http://schemas.microsoft.com/office/powerpoint/2010/main" val="475260904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369" y="425004"/>
            <a:ext cx="10514127" cy="1090288"/>
          </a:xfrm>
        </p:spPr>
        <p:txBody>
          <a:bodyPr>
            <a:noAutofit/>
          </a:bodyPr>
          <a:lstStyle/>
          <a:p>
            <a:pPr lvl="0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15291"/>
            <a:ext cx="11051177" cy="4585063"/>
          </a:xfrm>
        </p:spPr>
        <p:txBody>
          <a:bodyPr>
            <a:noAutofit/>
          </a:bodyPr>
          <a:lstStyle/>
          <a:p>
            <a:pPr lvl="0" algn="ctr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Samuel in </a:t>
            </a: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farewell speech, </a:t>
            </a: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</a:t>
            </a:r>
            <a:r>
              <a:rPr lang="en-US" sz="8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Call </a:t>
            </a:r>
            <a:r>
              <a:rPr lang="en-US" sz="8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8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endParaRPr lang="en-US" sz="88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endParaRPr 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20257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63639"/>
            <a:ext cx="9601196" cy="759854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b="1" dirty="0" smtClean="0"/>
              <a:t>Cont’d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4" y="1097280"/>
            <a:ext cx="10985679" cy="5172891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ADMITED - </a:t>
            </a:r>
            <a:r>
              <a:rPr lang="en-US" sz="6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is </a:t>
            </a:r>
            <a:r>
              <a:rPr lang="en-US" sz="66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lang="en-US" sz="6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6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Remember back in 1 Samuel 8:5 the people wanted a king and gave reason saying to Samuel, </a:t>
            </a:r>
            <a:r>
              <a:rPr lang="en-US" sz="6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“Behold you are old</a:t>
            </a:r>
            <a:r>
              <a:rPr lang="en-US" sz="66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en-US" sz="6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240961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5"/>
            <a:ext cx="9601196" cy="373486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Cont’d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914401"/>
            <a:ext cx="10908406" cy="5537914"/>
          </a:xfrm>
        </p:spPr>
        <p:txBody>
          <a:bodyPr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Samuel’s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advise? </a:t>
            </a:r>
          </a:p>
        </p:txBody>
      </p:sp>
    </p:spTree>
    <p:extLst>
      <p:ext uri="{BB962C8B-B14F-4D97-AF65-F5344CB8AC3E}">
        <p14:creationId xmlns:p14="http://schemas.microsoft.com/office/powerpoint/2010/main" val="236943849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9756" y="511870"/>
            <a:ext cx="9601196" cy="68991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91" y="1397726"/>
            <a:ext cx="10998926" cy="4478142"/>
          </a:xfrm>
        </p:spPr>
        <p:txBody>
          <a:bodyPr>
            <a:normAutofit lnSpcReduction="10000"/>
          </a:bodyPr>
          <a:lstStyle/>
          <a:p>
            <a:endParaRPr lang="en-US" sz="60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HAVE </a:t>
            </a:r>
            <a:r>
              <a:rPr lang="en-US" sz="6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</a:p>
          <a:p>
            <a:pPr algn="ctr"/>
            <a:endParaRPr 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How?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656031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592428"/>
            <a:ext cx="10345782" cy="883675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as Modelled by Samuel’s (Vv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1- 5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217" y="1645920"/>
            <a:ext cx="10908406" cy="4480560"/>
          </a:xfrm>
        </p:spPr>
        <p:txBody>
          <a:bodyPr>
            <a:normAutofit fontScale="850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walked before you from my youth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 this day.”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Samuel is </a:t>
            </a:r>
            <a:r>
              <a:rPr 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great example for us to understand integrity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Seen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whole life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unfold-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(by his mother) to the Lord in the temple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lived with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Though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sinless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indeed, but he has avoided those gross heinous sins that discredit/defile/smear the character. </a:t>
            </a:r>
          </a:p>
        </p:txBody>
      </p:sp>
    </p:spTree>
    <p:extLst>
      <p:ext uri="{BB962C8B-B14F-4D97-AF65-F5344CB8AC3E}">
        <p14:creationId xmlns:p14="http://schemas.microsoft.com/office/powerpoint/2010/main" val="336260925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548640"/>
            <a:ext cx="10646228" cy="966651"/>
          </a:xfrm>
        </p:spPr>
        <p:txBody>
          <a:bodyPr>
            <a:noAutofit/>
          </a:bodyPr>
          <a:lstStyle/>
          <a:p>
            <a:pPr algn="l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515291"/>
            <a:ext cx="10946674" cy="4550658"/>
          </a:xfrm>
        </p:spPr>
        <p:txBody>
          <a:bodyPr>
            <a:noAutofit/>
          </a:bodyPr>
          <a:lstStyle/>
          <a:p>
            <a:pPr lvl="0" algn="just">
              <a:buFont typeface="Wingdings" panose="05000000000000000000" pitchFamily="2" charset="2"/>
              <a:buChar char="q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Samuel</a:t>
            </a: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 walked with </a:t>
            </a:r>
            <a:r>
              <a:rPr lang="en-US" sz="48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integrity-And </a:t>
            </a: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people agree that this is true. </a:t>
            </a:r>
            <a:endParaRPr lang="en-US" sz="4800" dirty="0" smtClean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 1 Sam. 1-5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Paul </a:t>
            </a: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Act </a:t>
            </a: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20:17-21-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 are witnesses to the fact that I have lived with integrity.”</a:t>
            </a:r>
          </a:p>
          <a:p>
            <a:pPr lvl="0" algn="just">
              <a:buFont typeface="Wingdings" panose="05000000000000000000" pitchFamily="2" charset="2"/>
              <a:buChar char="q"/>
            </a:pPr>
            <a:endParaRPr lang="en-US" sz="66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en-US" sz="9600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9600" dirty="0" smtClean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9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9632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262" y="522514"/>
            <a:ext cx="10787744" cy="572190"/>
          </a:xfrm>
        </p:spPr>
        <p:txBody>
          <a:bodyPr>
            <a:noAutofit/>
          </a:bodyPr>
          <a:lstStyle/>
          <a:p>
            <a:pPr algn="l"/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6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10614"/>
            <a:ext cx="10998925" cy="4997003"/>
          </a:xfrm>
        </p:spPr>
        <p:txBody>
          <a:bodyPr>
            <a:normAutofit fontScale="3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in </a:t>
            </a:r>
            <a:r>
              <a:rPr lang="en-US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</a:t>
            </a:r>
            <a:r>
              <a:rPr lang="en-US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integrity in </a:t>
            </a:r>
            <a:r>
              <a:rPr lang="en-US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doctrine. </a:t>
            </a:r>
            <a:endParaRPr lang="en-US" sz="19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9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 and Samuel </a:t>
            </a:r>
            <a:r>
              <a:rPr lang="en-US" sz="19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spoke </a:t>
            </a:r>
            <a:r>
              <a:rPr lang="en-US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9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 </a:t>
            </a:r>
            <a:r>
              <a:rPr lang="en-US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God </a:t>
            </a:r>
            <a:r>
              <a:rPr lang="en-US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the </a:t>
            </a:r>
            <a:r>
              <a:rPr lang="en-US" sz="19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 </a:t>
            </a:r>
            <a:r>
              <a:rPr lang="en-US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God.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8392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231820"/>
            <a:ext cx="9601196" cy="875763"/>
          </a:xfrm>
        </p:spPr>
        <p:txBody>
          <a:bodyPr>
            <a:normAutofit fontScale="90000"/>
          </a:bodyPr>
          <a:lstStyle/>
          <a:p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49" y="613954"/>
            <a:ext cx="11059457" cy="55936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Integrity Demonstrated by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LORD </a:t>
            </a:r>
            <a:r>
              <a:rPr lang="en-US" sz="4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(Vv</a:t>
            </a: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6 -</a:t>
            </a: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sz="4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Samuel </a:t>
            </a: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says, look at “</a:t>
            </a: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 righteous deeds of the Lord that he performed for you and for your fathers.”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has the Lord done</a:t>
            </a:r>
            <a:r>
              <a:rPr lang="en-US" sz="4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18416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509453"/>
            <a:ext cx="10095409" cy="546616"/>
          </a:xfrm>
        </p:spPr>
        <p:txBody>
          <a:bodyPr>
            <a:noAutofit/>
          </a:bodyPr>
          <a:lstStyle/>
          <a:p>
            <a:pPr algn="l"/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206" y="1215396"/>
            <a:ext cx="10920547" cy="4979341"/>
          </a:xfrm>
        </p:spPr>
        <p:txBody>
          <a:bodyPr>
            <a:noAutofit/>
          </a:bodyPr>
          <a:lstStyle/>
          <a:p>
            <a:pPr lvl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Brought 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them out of Egypt</a:t>
            </a:r>
          </a:p>
          <a:p>
            <a:pPr lvl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Delivered 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their enemies (the Canaanites (</a:t>
            </a:r>
            <a:r>
              <a:rPr lang="en-US" sz="4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Sisera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en-US" sz="4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Hazor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Philistines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the </a:t>
            </a: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Moabites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lvl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 </a:t>
            </a:r>
            <a: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delivered from the Ammonites</a:t>
            </a: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enemies from all sides</a:t>
            </a:r>
          </a:p>
        </p:txBody>
      </p:sp>
    </p:spTree>
    <p:extLst>
      <p:ext uri="{BB962C8B-B14F-4D97-AF65-F5344CB8AC3E}">
        <p14:creationId xmlns:p14="http://schemas.microsoft.com/office/powerpoint/2010/main" val="1739236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581" y="373488"/>
            <a:ext cx="10959920" cy="824247"/>
          </a:xfrm>
        </p:spPr>
        <p:txBody>
          <a:bodyPr>
            <a:noAutofit/>
          </a:bodyPr>
          <a:lstStyle/>
          <a:p>
            <a:pPr algn="just"/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49" y="1197735"/>
            <a:ext cx="11062952" cy="5087155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Lord has proven his integrity</a:t>
            </a:r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his steadfastness to fulfill His covenant promises throughout the generations. </a:t>
            </a: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 has been faithful. </a:t>
            </a:r>
            <a:endParaRPr lang="en-US" sz="4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 they are </a:t>
            </a: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“righteous deeds</a:t>
            </a:r>
            <a:r>
              <a:rPr lang="en-US" sz="4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Being </a:t>
            </a:r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to His word is righteous.</a:t>
            </a:r>
            <a:endParaRPr lang="en-US" sz="4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4195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279" y="528033"/>
            <a:ext cx="10612191" cy="1170137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Obey the Lord with Integrity. (v. 14-15)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0" y="1698170"/>
            <a:ext cx="11075831" cy="4457931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Samuel said </a:t>
            </a:r>
            <a:r>
              <a:rPr lang="en-US" sz="5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5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lived with </a:t>
            </a:r>
            <a:r>
              <a:rPr lang="en-US" sz="5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  <a:endParaRPr lang="en-US" sz="5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God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been </a:t>
            </a:r>
            <a:r>
              <a:rPr lang="en-US" sz="5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faithful to the people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5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says “YOU are to obey the Lord with Integrity.”</a:t>
            </a:r>
          </a:p>
        </p:txBody>
      </p:sp>
    </p:spTree>
    <p:extLst>
      <p:ext uri="{BB962C8B-B14F-4D97-AF65-F5344CB8AC3E}">
        <p14:creationId xmlns:p14="http://schemas.microsoft.com/office/powerpoint/2010/main" val="355481189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540" y="270456"/>
            <a:ext cx="9601196" cy="798490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270" y="1068946"/>
            <a:ext cx="10959736" cy="5177308"/>
          </a:xfrm>
        </p:spPr>
        <p:txBody>
          <a:bodyPr>
            <a:noAutofit/>
          </a:bodyPr>
          <a:lstStyle/>
          <a:p>
            <a:pPr algn="ctr">
              <a:buFont typeface="Wingdings" panose="05000000000000000000" pitchFamily="2" charset="2"/>
              <a:buChar char="q"/>
            </a:pP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 MUST HAVE INTEGRITY</a:t>
            </a:r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914400">
              <a:buAutoNum type="arabicPeriod"/>
            </a:pP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Integrity as </a:t>
            </a: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Modelled by Samuel’s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(Vv. 1- 5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914400" indent="-914400">
              <a:buAutoNum type="arabicPeriod"/>
            </a:pP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 the Integrity </a:t>
            </a: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Demonstrated by the LORD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(Vv. 6 -13)</a:t>
            </a:r>
          </a:p>
          <a:p>
            <a:pPr marL="914400" indent="-914400">
              <a:buAutoNum type="arabicPeriod"/>
            </a:pPr>
            <a:r>
              <a:rPr lang="en-US" sz="4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Obey </a:t>
            </a: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Lord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Integrity. (v. 14-15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094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12622</TotalTime>
  <Words>860</Words>
  <Application>Microsoft Office PowerPoint</Application>
  <PresentationFormat>Widescreen</PresentationFormat>
  <Paragraphs>99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Garamond</vt:lpstr>
      <vt:lpstr>Times New Roman</vt:lpstr>
      <vt:lpstr>Wingdings</vt:lpstr>
      <vt:lpstr>Organic</vt:lpstr>
      <vt:lpstr>AIC EGERTON CHAPEL</vt:lpstr>
      <vt:lpstr>     1 SAMUEL 12:1-25  PSALM 15:1-5    </vt:lpstr>
      <vt:lpstr>INTRODUCTION</vt:lpstr>
      <vt:lpstr>Farewell Speeches</vt:lpstr>
      <vt:lpstr>Cont’d</vt:lpstr>
      <vt:lpstr> Samuel – in  1 Samuel 12  </vt:lpstr>
      <vt:lpstr>Cont’d</vt:lpstr>
      <vt:lpstr> </vt:lpstr>
      <vt:lpstr>Cont’d</vt:lpstr>
      <vt:lpstr>Cont’d</vt:lpstr>
      <vt:lpstr>Cont’d</vt:lpstr>
      <vt:lpstr>Cont’d</vt:lpstr>
      <vt:lpstr>Cont’d</vt:lpstr>
      <vt:lpstr>Cont’d</vt:lpstr>
      <vt:lpstr>Integrity is</vt:lpstr>
      <vt:lpstr>Cont’d</vt:lpstr>
      <vt:lpstr>  </vt:lpstr>
      <vt:lpstr>Cont’d</vt:lpstr>
      <vt:lpstr>Cont’d</vt:lpstr>
      <vt:lpstr>Cont’d</vt:lpstr>
      <vt:lpstr>I. Observe the Integrity as Modelled by Samuel’s (Vv. 1- 5)</vt:lpstr>
      <vt:lpstr>Cont’d</vt:lpstr>
      <vt:lpstr>Cont’d</vt:lpstr>
      <vt:lpstr> </vt:lpstr>
      <vt:lpstr>Cont’d</vt:lpstr>
      <vt:lpstr>Cont’d</vt:lpstr>
      <vt:lpstr>III. Obey the Lord with Integrity. (v. 14-15)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 EGERTON CHAPEL</dc:title>
  <dc:creator>Hp</dc:creator>
  <cp:lastModifiedBy>Hp</cp:lastModifiedBy>
  <cp:revision>297</cp:revision>
  <dcterms:created xsi:type="dcterms:W3CDTF">2024-06-23T04:26:32Z</dcterms:created>
  <dcterms:modified xsi:type="dcterms:W3CDTF">2024-10-13T08:31:27Z</dcterms:modified>
</cp:coreProperties>
</file>