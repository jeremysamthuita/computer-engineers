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40" r:id="rId4"/>
    <p:sldId id="301" r:id="rId5"/>
    <p:sldId id="325" r:id="rId6"/>
    <p:sldId id="326" r:id="rId7"/>
    <p:sldId id="317" r:id="rId8"/>
    <p:sldId id="338" r:id="rId9"/>
    <p:sldId id="327" r:id="rId10"/>
    <p:sldId id="303" r:id="rId11"/>
    <p:sldId id="328" r:id="rId12"/>
    <p:sldId id="302" r:id="rId13"/>
    <p:sldId id="331" r:id="rId14"/>
    <p:sldId id="332" r:id="rId15"/>
    <p:sldId id="312" r:id="rId16"/>
    <p:sldId id="313" r:id="rId17"/>
    <p:sldId id="320" r:id="rId18"/>
    <p:sldId id="322" r:id="rId19"/>
    <p:sldId id="304" r:id="rId20"/>
    <p:sldId id="333" r:id="rId21"/>
    <p:sldId id="334" r:id="rId22"/>
    <p:sldId id="337" r:id="rId23"/>
    <p:sldId id="335" r:id="rId24"/>
    <p:sldId id="306" r:id="rId25"/>
    <p:sldId id="30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26-Oct-24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26-Oct-24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27.10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PSALM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15:1-5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74766"/>
            <a:ext cx="9601196" cy="1711233"/>
          </a:xfrm>
        </p:spPr>
        <p:txBody>
          <a:bodyPr>
            <a:norm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LIVING</a:t>
            </a:r>
            <a:endParaRPr lang="en-US" sz="8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2556932"/>
            <a:ext cx="1095973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  <a:p>
            <a:pPr marL="0" indent="0" algn="ctr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INTEGRITY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824247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365161"/>
            <a:ext cx="11101589" cy="472654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live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nothing to so many people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Bible 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says a lot about </a:t>
            </a:r>
            <a:r>
              <a:rPr lang="en-US" sz="44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it’s a very spiritual issue.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Chron. 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29:17 - I 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know, my God, that you </a:t>
            </a:r>
            <a:r>
              <a:rPr lang="en-US" sz="44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the heart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are </a:t>
            </a:r>
            <a:r>
              <a:rPr lang="en-US" sz="44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pleased with integrity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470264"/>
            <a:ext cx="10844011" cy="60089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071154"/>
            <a:ext cx="10831132" cy="4890292"/>
          </a:xfrm>
        </p:spPr>
        <p:txBody>
          <a:bodyPr>
            <a:normAutofit fontScale="85000" lnSpcReduction="2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Prov. 10:9 - The man of </a:t>
            </a:r>
            <a:r>
              <a:rPr lang="en-US" sz="47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integrity walks securely</a:t>
            </a: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but he who takes </a:t>
            </a:r>
            <a:r>
              <a:rPr lang="en-US" sz="47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crooked paths </a:t>
            </a: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be found out.</a:t>
            </a:r>
            <a:endParaRPr lang="en-US" sz="4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Prov. 11:3 - The </a:t>
            </a:r>
            <a:r>
              <a:rPr lang="en-US" sz="47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integrity of the upright guides them</a:t>
            </a: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but the </a:t>
            </a:r>
            <a:r>
              <a:rPr lang="en-US" sz="47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unfaithful are destroyed </a:t>
            </a: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their duplicity.</a:t>
            </a:r>
            <a:endParaRPr lang="en-US" sz="4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Prov. 13:6 - </a:t>
            </a:r>
            <a:r>
              <a:rPr lang="en-US" sz="47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Righteousness guards the man of integrity</a:t>
            </a: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but wickedness </a:t>
            </a:r>
            <a:r>
              <a:rPr lang="en-US" sz="47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overthrows the sinner</a:t>
            </a:r>
            <a:r>
              <a:rPr lang="en-US" sz="47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47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125" y="509451"/>
            <a:ext cx="10720587" cy="431075"/>
          </a:xfrm>
        </p:spPr>
        <p:txBody>
          <a:bodyPr>
            <a:noAutofit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097280"/>
            <a:ext cx="10998558" cy="4950823"/>
          </a:xfrm>
        </p:spPr>
        <p:txBody>
          <a:bodyPr>
            <a:normAutofit fontScale="250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2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 man or woman of integrity?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2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2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us when we think of integrity we think of just doing what you say.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2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Biblically it means to be </a:t>
            </a:r>
            <a:r>
              <a:rPr lang="en-US" sz="2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incorruptible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89572143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548640"/>
            <a:ext cx="10759256" cy="1280159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5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Integrity – No Compromise Vv. 8 - 10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1711234"/>
            <a:ext cx="10998558" cy="447372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Genesis 39:1-20</a:t>
            </a: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Joseph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a man of deep integrity, he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refused to compromise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when it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have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so easy to do so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211" y="444138"/>
            <a:ext cx="10021387" cy="6008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045029"/>
            <a:ext cx="11090366" cy="5016137"/>
          </a:xfrm>
        </p:spPr>
        <p:txBody>
          <a:bodyPr>
            <a:normAutofit fontScale="92500" lnSpcReduction="1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Joseph didn’t give up on God, despite the 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pressures 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his integrity.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7429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pull of the world’s 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standards – </a:t>
            </a:r>
            <a:r>
              <a:rPr lang="en-US" sz="4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gods of Egypt</a:t>
            </a:r>
            <a:endParaRPr lang="en-US" sz="4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7429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physical attraction 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4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Potiphar's wife</a:t>
            </a:r>
          </a:p>
          <a:p>
            <a:pPr marL="457200" marR="0" indent="-7429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peril </a:t>
            </a:r>
            <a:r>
              <a:rPr lang="en-US" sz="4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4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loneliness – </a:t>
            </a:r>
            <a:r>
              <a:rPr lang="en-US" sz="4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Potiphar’s wife</a:t>
            </a:r>
            <a:endParaRPr lang="en-US" sz="4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82929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069" y="515156"/>
            <a:ext cx="10470523" cy="542936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>Cont’d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6" y="1162595"/>
            <a:ext cx="10895526" cy="5186690"/>
          </a:xfrm>
        </p:spPr>
        <p:txBody>
          <a:bodyPr>
            <a:noAutofit/>
          </a:bodyPr>
          <a:lstStyle/>
          <a:p>
            <a:pPr algn="just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motivated 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Joseph to Integrity?</a:t>
            </a:r>
          </a:p>
          <a:p>
            <a:pPr algn="just"/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3561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Autofit/>
          </a:bodyPr>
          <a:lstStyle/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5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Vs. 8-9 </a:t>
            </a:r>
            <a:r>
              <a:rPr lang="en-US" sz="5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 </a:t>
            </a:r>
            <a:r>
              <a:rPr lang="en-US" sz="5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54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God has given me </a:t>
            </a:r>
            <a:r>
              <a:rPr lang="en-US" sz="5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charge </a:t>
            </a:r>
            <a:r>
              <a:rPr lang="en-US" sz="54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over,</a:t>
            </a:r>
            <a:r>
              <a:rPr lang="en-US" sz="5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how in the world could I ever do such a wicked thing?</a:t>
            </a:r>
            <a:endParaRPr lang="en-US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didn’t even consider it. The answer was absolutely, positively NO</a:t>
            </a:r>
            <a:r>
              <a:rPr lang="en-US" sz="54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476517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1017431"/>
            <a:ext cx="10869769" cy="5213551"/>
          </a:xfrm>
        </p:spPr>
        <p:txBody>
          <a:bodyPr>
            <a:noAutofit/>
          </a:bodyPr>
          <a:lstStyle/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10 says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“day after day”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was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yet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was more determined.</a:t>
            </a:r>
          </a:p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we unlike Joseph?</a:t>
            </a:r>
          </a:p>
          <a:p>
            <a:pPr algn="just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easy is it for us to just finally give up and say O.K. to something that we know is wrong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7978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1" y="561704"/>
            <a:ext cx="10345783" cy="713304"/>
          </a:xfrm>
        </p:spPr>
        <p:txBody>
          <a:bodyPr>
            <a:noAutofit/>
          </a:bodyPr>
          <a:lstStyle/>
          <a:p>
            <a:pPr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6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our limits?</a:t>
            </a:r>
            <a:endParaRPr lang="en-US" sz="6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30" y="1275008"/>
            <a:ext cx="11090364" cy="4893972"/>
          </a:xfrm>
        </p:spPr>
        <p:txBody>
          <a:bodyPr>
            <a:noAutofit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8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voices </a:t>
            </a:r>
            <a:r>
              <a:rPr lang="en-US" sz="4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calls out to you day by day?</a:t>
            </a:r>
            <a:endParaRPr 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800" b="1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Lust </a:t>
            </a:r>
            <a:r>
              <a:rPr lang="en-US" sz="4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hey look at me, I’m hardly wearing anything at all today.</a:t>
            </a:r>
            <a:endParaRPr 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z="48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Hey, come to my site</a:t>
            </a:r>
            <a:endParaRPr 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Magazines</a:t>
            </a:r>
            <a:r>
              <a:rPr lang="en-US" sz="4800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Hey come look inside at my new bathing suit issue.</a:t>
            </a:r>
            <a:endParaRPr 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6000" dirty="0">
              <a:solidFill>
                <a:srgbClr val="FF0000"/>
              </a:solidFill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253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02" y="335328"/>
            <a:ext cx="10882648" cy="722764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058092"/>
            <a:ext cx="10882648" cy="5199017"/>
          </a:xfrm>
        </p:spPr>
        <p:txBody>
          <a:bodyPr>
            <a:noAutofit/>
          </a:bodyPr>
          <a:lstStyle/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 like Joseph we have been given </a:t>
            </a:r>
            <a:r>
              <a:rPr lang="en-US" sz="32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responsibilities -  ministry </a:t>
            </a: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32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family </a:t>
            </a:r>
          </a:p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Bible says in </a:t>
            </a:r>
            <a:r>
              <a:rPr lang="en-US" sz="32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V. 6 </a:t>
            </a:r>
            <a:r>
              <a:rPr lang="en-US" sz="32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Potiphar left everything </a:t>
            </a: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had in Joseph’s care because with him in charge, he did not concern himself with anything.</a:t>
            </a:r>
          </a:p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God say this about us in our families?</a:t>
            </a:r>
          </a:p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worry about </a:t>
            </a:r>
            <a:r>
              <a:rPr lang="en-US" sz="32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families</a:t>
            </a: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32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 Christian </a:t>
            </a:r>
            <a:r>
              <a:rPr lang="en-US" sz="32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spouses?</a:t>
            </a:r>
          </a:p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Father’s </a:t>
            </a:r>
            <a:r>
              <a:rPr lang="en-US" sz="32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you teaching your kids integrity or duplicity?</a:t>
            </a:r>
          </a:p>
        </p:txBody>
      </p:sp>
    </p:spTree>
    <p:extLst>
      <p:ext uri="{BB962C8B-B14F-4D97-AF65-F5344CB8AC3E}">
        <p14:creationId xmlns:p14="http://schemas.microsoft.com/office/powerpoint/2010/main" val="2065114482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38" y="489397"/>
            <a:ext cx="10908406" cy="2306053"/>
          </a:xfrm>
        </p:spPr>
        <p:txBody>
          <a:bodyPr>
            <a:noAutofit/>
          </a:bodyPr>
          <a:lstStyle/>
          <a:p>
            <a:pPr algn="l"/>
            <a:r>
              <a:rPr lang="it-IT" sz="5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it-IT" sz="5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66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it-IT" sz="66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Integrity – No Negligence</a:t>
            </a:r>
            <a:r>
              <a:rPr lang="it-IT" sz="9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it-IT" sz="9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2795450"/>
            <a:ext cx="10908406" cy="3239589"/>
          </a:xfrm>
        </p:spPr>
        <p:txBody>
          <a:bodyPr>
            <a:normAutofit/>
          </a:bodyPr>
          <a:lstStyle/>
          <a:p>
            <a:pPr marL="857250" marR="0" indent="-1143000" algn="just">
              <a:buFont typeface="Wingdings" panose="05000000000000000000" pitchFamily="2" charset="2"/>
              <a:buChar char="q"/>
            </a:pPr>
            <a:r>
              <a:rPr lang="it-IT" sz="96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Daniel 6:1-5</a:t>
            </a:r>
          </a:p>
          <a:p>
            <a:pPr algn="just"/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25411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096" y="528035"/>
            <a:ext cx="10715222" cy="850004"/>
          </a:xfrm>
        </p:spPr>
        <p:txBody>
          <a:bodyPr>
            <a:noAutofit/>
          </a:bodyPr>
          <a:lstStyle/>
          <a:p>
            <a:pPr algn="l"/>
            <a:r>
              <a:rPr lang="en-US" sz="7200" b="1" dirty="0" smtClean="0"/>
              <a:t>Cont’d</a:t>
            </a:r>
            <a:endParaRPr lang="en-US" sz="7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378038"/>
            <a:ext cx="10998557" cy="4868215"/>
          </a:xfrm>
        </p:spPr>
        <p:txBody>
          <a:bodyPr>
            <a:noAutofit/>
          </a:bodyPr>
          <a:lstStyle/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men searched and searched and the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Bible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says they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no corruption in Daniel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99060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248" y="386366"/>
            <a:ext cx="10380372" cy="798490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1184856"/>
            <a:ext cx="10972799" cy="494548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didn’t like you very much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going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your life. 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Looking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some area that you have been corrupt in, either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intentionally or negligently.</a:t>
            </a:r>
          </a:p>
        </p:txBody>
      </p:sp>
    </p:spTree>
    <p:extLst>
      <p:ext uri="{BB962C8B-B14F-4D97-AF65-F5344CB8AC3E}">
        <p14:creationId xmlns:p14="http://schemas.microsoft.com/office/powerpoint/2010/main" val="275576538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159" y="463640"/>
            <a:ext cx="10702342" cy="824248"/>
          </a:xfrm>
        </p:spPr>
        <p:txBody>
          <a:bodyPr>
            <a:normAutofit fontScale="90000"/>
          </a:bodyPr>
          <a:lstStyle/>
          <a:p>
            <a:pPr algn="l"/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429555"/>
            <a:ext cx="11050073" cy="467079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would they find?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Negligence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Often times we judge ourselves based on the things we do, not what we haven’t done.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4:17: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Anyone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then, who know the good he ought to do and doesn’t do it, sins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6637828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502275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184856"/>
            <a:ext cx="11062952" cy="4855336"/>
          </a:xfrm>
        </p:spPr>
        <p:txBody>
          <a:bodyPr>
            <a:noAutofit/>
          </a:bodyPr>
          <a:lstStyle/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believe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Christians, this is the area that we will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judged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most.</a:t>
            </a:r>
          </a:p>
        </p:txBody>
      </p:sp>
    </p:spTree>
    <p:extLst>
      <p:ext uri="{BB962C8B-B14F-4D97-AF65-F5344CB8AC3E}">
        <p14:creationId xmlns:p14="http://schemas.microsoft.com/office/powerpoint/2010/main" val="475260904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369" y="425004"/>
            <a:ext cx="10514127" cy="1090288"/>
          </a:xfrm>
        </p:spPr>
        <p:txBody>
          <a:bodyPr>
            <a:noAutofit/>
          </a:bodyPr>
          <a:lstStyle/>
          <a:p>
            <a:pPr lvl="0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692331"/>
            <a:ext cx="11051177" cy="540802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we negligent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– Families? Marriage? Children? God?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endParaRPr lang="en-US" sz="9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25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63639"/>
            <a:ext cx="9601196" cy="759854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b="1" dirty="0" smtClean="0"/>
              <a:t>Cont’d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4" y="1097280"/>
            <a:ext cx="10985679" cy="5172891"/>
          </a:xfrm>
        </p:spPr>
        <p:txBody>
          <a:bodyPr>
            <a:noAutofit/>
          </a:bodyPr>
          <a:lstStyle/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lack of integrity not only kills you, but often other innocent people around you.</a:t>
            </a:r>
          </a:p>
        </p:txBody>
      </p:sp>
    </p:spTree>
    <p:extLst>
      <p:ext uri="{BB962C8B-B14F-4D97-AF65-F5344CB8AC3E}">
        <p14:creationId xmlns:p14="http://schemas.microsoft.com/office/powerpoint/2010/main" val="919240961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5"/>
            <a:ext cx="9601196" cy="869874"/>
          </a:xfrm>
        </p:spPr>
        <p:txBody>
          <a:bodyPr>
            <a:noAutofit/>
          </a:bodyPr>
          <a:lstStyle/>
          <a:p>
            <a:pPr algn="l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Negligence kills integrity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841863"/>
            <a:ext cx="11085950" cy="461045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of your life have you been neglecting. </a:t>
            </a: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Decide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here and now that you will neglect it no longer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43849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393" y="511870"/>
            <a:ext cx="10593977" cy="689913"/>
          </a:xfrm>
        </p:spPr>
        <p:txBody>
          <a:bodyPr>
            <a:noAutofit/>
          </a:bodyPr>
          <a:lstStyle/>
          <a:p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– No 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1" y="1397726"/>
            <a:ext cx="10998926" cy="4478142"/>
          </a:xfrm>
        </p:spPr>
        <p:txBody>
          <a:bodyPr>
            <a:normAutofit fontScale="92500" lnSpcReduction="20000"/>
          </a:bodyPr>
          <a:lstStyle/>
          <a:p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18:19-24</a:t>
            </a:r>
            <a:endParaRPr 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truth anymore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word’s “I tell you the truth” appear 76 times in the gospels.</a:t>
            </a:r>
          </a:p>
          <a:p>
            <a:pPr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Jesus was a man of truth.</a:t>
            </a:r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792656031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592429"/>
            <a:ext cx="10345782" cy="622418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217" y="1214847"/>
            <a:ext cx="10908406" cy="491163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some of the ways that our honesty is challenged?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Till death do us part”</a:t>
            </a:r>
          </a:p>
        </p:txBody>
      </p:sp>
    </p:spTree>
    <p:extLst>
      <p:ext uri="{BB962C8B-B14F-4D97-AF65-F5344CB8AC3E}">
        <p14:creationId xmlns:p14="http://schemas.microsoft.com/office/powerpoint/2010/main" val="336260925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548640"/>
            <a:ext cx="10646228" cy="966651"/>
          </a:xfrm>
        </p:spPr>
        <p:txBody>
          <a:bodyPr>
            <a:noAutofit/>
          </a:bodyPr>
          <a:lstStyle/>
          <a:p>
            <a:pPr algn="l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515291"/>
            <a:ext cx="10946674" cy="455065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at 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Do you slide on the truth there?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taxes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you completely truthful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66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en-US" sz="9600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9600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9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963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1" y="1068946"/>
            <a:ext cx="11220993" cy="517730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LIVING A LIFE OF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>
              <a:buAutoNum type="arabicPeriod"/>
            </a:pP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No Compromise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Gen. 39: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–10</a:t>
            </a:r>
          </a:p>
          <a:p>
            <a:pPr marL="914400" indent="-914400">
              <a:buAutoNum type="arabicPeriod"/>
            </a:pPr>
            <a:r>
              <a:rPr lang="it-IT" sz="44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it-IT" sz="44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No </a:t>
            </a:r>
            <a:r>
              <a:rPr lang="it-IT" sz="44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Negligence – Daniel 6:1-5 </a:t>
            </a:r>
          </a:p>
          <a:p>
            <a:pPr marL="914400" indent="-914400">
              <a:buAutoNum type="arabicPeriod"/>
            </a:pP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No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Lie – John 18:19 -24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13109</TotalTime>
  <Words>734</Words>
  <Application>Microsoft Office PowerPoint</Application>
  <PresentationFormat>Widescreen</PresentationFormat>
  <Paragraphs>86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 PSALM 15:1-5    </vt:lpstr>
      <vt:lpstr>LIVING</vt:lpstr>
      <vt:lpstr>INTRODUCTION</vt:lpstr>
      <vt:lpstr>Cont’d</vt:lpstr>
      <vt:lpstr>Cont’d</vt:lpstr>
      <vt:lpstr>   1.  Integrity – No Compromise Vv. 8 - 10    </vt:lpstr>
      <vt:lpstr>Cont’d</vt:lpstr>
      <vt:lpstr>Cont’d</vt:lpstr>
      <vt:lpstr> </vt:lpstr>
      <vt:lpstr>Cont’d</vt:lpstr>
      <vt:lpstr>What are our limits?</vt:lpstr>
      <vt:lpstr>Cont’d</vt:lpstr>
      <vt:lpstr> 2. Integrity – No Negligence </vt:lpstr>
      <vt:lpstr>Cont’d</vt:lpstr>
      <vt:lpstr>Cont’d</vt:lpstr>
      <vt:lpstr>Cont’d</vt:lpstr>
      <vt:lpstr>Cont’d</vt:lpstr>
      <vt:lpstr>  </vt:lpstr>
      <vt:lpstr>Cont’d</vt:lpstr>
      <vt:lpstr>Negligence kills integrity</vt:lpstr>
      <vt:lpstr>3. Integrity – No Lie</vt:lpstr>
      <vt:lpstr>Cont’d</vt:lpstr>
      <vt:lpstr>Cont’d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315</cp:revision>
  <dcterms:created xsi:type="dcterms:W3CDTF">2024-06-23T04:26:32Z</dcterms:created>
  <dcterms:modified xsi:type="dcterms:W3CDTF">2024-10-27T04:11:15Z</dcterms:modified>
</cp:coreProperties>
</file>