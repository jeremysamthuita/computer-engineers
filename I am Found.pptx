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5" r:id="rId3"/>
    <p:sldId id="280" r:id="rId4"/>
    <p:sldId id="277" r:id="rId5"/>
    <p:sldId id="262" r:id="rId6"/>
    <p:sldId id="257" r:id="rId7"/>
    <p:sldId id="276" r:id="rId8"/>
    <p:sldId id="279" r:id="rId9"/>
    <p:sldId id="27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6E9903-61FE-4FEB-8142-E10CA74851F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FAC7FF-B10D-4798-B36B-7DE56A77D0A3}">
      <dgm:prSet/>
      <dgm:spPr/>
      <dgm:t>
        <a:bodyPr/>
        <a:lstStyle/>
        <a:p>
          <a:pPr rtl="0"/>
          <a:r>
            <a:rPr lang="en-US" dirty="0"/>
            <a:t>Isa 9:1-7</a:t>
          </a:r>
        </a:p>
        <a:p>
          <a:pPr rtl="0"/>
          <a:r>
            <a:rPr lang="en-US" dirty="0"/>
            <a:t>Col. 1:21-22 </a:t>
          </a:r>
        </a:p>
      </dgm:t>
    </dgm:pt>
    <dgm:pt modelId="{8AA4B8F2-0DA8-497D-8D7C-6A5B5BBB7FAC}" type="parTrans" cxnId="{67A53138-CEE2-4A96-B147-2269E5F56A1C}">
      <dgm:prSet/>
      <dgm:spPr/>
      <dgm:t>
        <a:bodyPr/>
        <a:lstStyle/>
        <a:p>
          <a:endParaRPr lang="en-US"/>
        </a:p>
      </dgm:t>
    </dgm:pt>
    <dgm:pt modelId="{4685A161-4C62-447A-BF4A-971375D1DEC7}" type="sibTrans" cxnId="{67A53138-CEE2-4A96-B147-2269E5F56A1C}">
      <dgm:prSet/>
      <dgm:spPr/>
      <dgm:t>
        <a:bodyPr/>
        <a:lstStyle/>
        <a:p>
          <a:endParaRPr lang="en-US"/>
        </a:p>
      </dgm:t>
    </dgm:pt>
    <dgm:pt modelId="{7671CD24-6C86-4906-8427-332F73129285}" type="pres">
      <dgm:prSet presAssocID="{196E9903-61FE-4FEB-8142-E10CA74851F4}" presName="CompostProcess" presStyleCnt="0">
        <dgm:presLayoutVars>
          <dgm:dir/>
          <dgm:resizeHandles val="exact"/>
        </dgm:presLayoutVars>
      </dgm:prSet>
      <dgm:spPr/>
    </dgm:pt>
    <dgm:pt modelId="{47252EC5-8108-452E-AC8E-BDFCD009CAB6}" type="pres">
      <dgm:prSet presAssocID="{196E9903-61FE-4FEB-8142-E10CA74851F4}" presName="arrow" presStyleLbl="bgShp" presStyleIdx="0" presStyleCnt="1"/>
      <dgm:spPr/>
    </dgm:pt>
    <dgm:pt modelId="{50E732A8-40D5-4330-A1B5-2E130980B373}" type="pres">
      <dgm:prSet presAssocID="{196E9903-61FE-4FEB-8142-E10CA74851F4}" presName="linearProcess" presStyleCnt="0"/>
      <dgm:spPr/>
    </dgm:pt>
    <dgm:pt modelId="{53DC7847-8434-49DC-AD11-BF4578FD3F17}" type="pres">
      <dgm:prSet presAssocID="{89FAC7FF-B10D-4798-B36B-7DE56A77D0A3}" presName="textNode" presStyleLbl="node1" presStyleIdx="0" presStyleCnt="1">
        <dgm:presLayoutVars>
          <dgm:bulletEnabled val="1"/>
        </dgm:presLayoutVars>
      </dgm:prSet>
      <dgm:spPr/>
    </dgm:pt>
  </dgm:ptLst>
  <dgm:cxnLst>
    <dgm:cxn modelId="{67A53138-CEE2-4A96-B147-2269E5F56A1C}" srcId="{196E9903-61FE-4FEB-8142-E10CA74851F4}" destId="{89FAC7FF-B10D-4798-B36B-7DE56A77D0A3}" srcOrd="0" destOrd="0" parTransId="{8AA4B8F2-0DA8-497D-8D7C-6A5B5BBB7FAC}" sibTransId="{4685A161-4C62-447A-BF4A-971375D1DEC7}"/>
    <dgm:cxn modelId="{2A73B85D-5C26-422E-B1B1-970C4DAC05C3}" type="presOf" srcId="{89FAC7FF-B10D-4798-B36B-7DE56A77D0A3}" destId="{53DC7847-8434-49DC-AD11-BF4578FD3F17}" srcOrd="0" destOrd="0" presId="urn:microsoft.com/office/officeart/2005/8/layout/hProcess9"/>
    <dgm:cxn modelId="{3F0C4D55-0801-421B-ACAC-79D06CDA46A2}" type="presOf" srcId="{196E9903-61FE-4FEB-8142-E10CA74851F4}" destId="{7671CD24-6C86-4906-8427-332F73129285}" srcOrd="0" destOrd="0" presId="urn:microsoft.com/office/officeart/2005/8/layout/hProcess9"/>
    <dgm:cxn modelId="{BDE28EB3-831F-41CD-901E-10BBCA219478}" type="presParOf" srcId="{7671CD24-6C86-4906-8427-332F73129285}" destId="{47252EC5-8108-452E-AC8E-BDFCD009CAB6}" srcOrd="0" destOrd="0" presId="urn:microsoft.com/office/officeart/2005/8/layout/hProcess9"/>
    <dgm:cxn modelId="{411EF216-A377-49D9-84E6-EA71144CF3BD}" type="presParOf" srcId="{7671CD24-6C86-4906-8427-332F73129285}" destId="{50E732A8-40D5-4330-A1B5-2E130980B373}" srcOrd="1" destOrd="0" presId="urn:microsoft.com/office/officeart/2005/8/layout/hProcess9"/>
    <dgm:cxn modelId="{33697F01-2986-4746-9ED0-FAA4D35CD32C}" type="presParOf" srcId="{50E732A8-40D5-4330-A1B5-2E130980B373}" destId="{53DC7847-8434-49DC-AD11-BF4578FD3F17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6E9903-61FE-4FEB-8142-E10CA74851F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FAC7FF-B10D-4798-B36B-7DE56A77D0A3}">
      <dgm:prSet/>
      <dgm:spPr/>
      <dgm:t>
        <a:bodyPr/>
        <a:lstStyle/>
        <a:p>
          <a:pPr algn="just" rtl="0"/>
          <a:r>
            <a:rPr lang="en-US" b="1" dirty="0"/>
            <a:t>A world adrift, a tempestuous sea, where hope is lost and shadows creep.</a:t>
          </a:r>
          <a:br>
            <a:rPr lang="en-US" dirty="0"/>
          </a:br>
          <a:r>
            <a:rPr lang="en-US" b="1" dirty="0"/>
            <a:t>A fractured globe, a discordant choir, where fear and anger reign supreme.</a:t>
          </a:r>
          <a:br>
            <a:rPr lang="en-US" dirty="0"/>
          </a:br>
          <a:r>
            <a:rPr lang="en-US" b="1" dirty="0"/>
            <a:t>A planet yearning for solace, a weary soul, searching for peace in the storm.</a:t>
          </a:r>
          <a:br>
            <a:rPr lang="en-US" dirty="0"/>
          </a:br>
          <a:endParaRPr lang="en-US" dirty="0"/>
        </a:p>
      </dgm:t>
    </dgm:pt>
    <dgm:pt modelId="{8AA4B8F2-0DA8-497D-8D7C-6A5B5BBB7FAC}" type="parTrans" cxnId="{67A53138-CEE2-4A96-B147-2269E5F56A1C}">
      <dgm:prSet/>
      <dgm:spPr/>
      <dgm:t>
        <a:bodyPr/>
        <a:lstStyle/>
        <a:p>
          <a:endParaRPr lang="en-US"/>
        </a:p>
      </dgm:t>
    </dgm:pt>
    <dgm:pt modelId="{4685A161-4C62-447A-BF4A-971375D1DEC7}" type="sibTrans" cxnId="{67A53138-CEE2-4A96-B147-2269E5F56A1C}">
      <dgm:prSet/>
      <dgm:spPr/>
      <dgm:t>
        <a:bodyPr/>
        <a:lstStyle/>
        <a:p>
          <a:endParaRPr lang="en-US"/>
        </a:p>
      </dgm:t>
    </dgm:pt>
    <dgm:pt modelId="{7671CD24-6C86-4906-8427-332F73129285}" type="pres">
      <dgm:prSet presAssocID="{196E9903-61FE-4FEB-8142-E10CA74851F4}" presName="CompostProcess" presStyleCnt="0">
        <dgm:presLayoutVars>
          <dgm:dir/>
          <dgm:resizeHandles val="exact"/>
        </dgm:presLayoutVars>
      </dgm:prSet>
      <dgm:spPr/>
    </dgm:pt>
    <dgm:pt modelId="{47252EC5-8108-452E-AC8E-BDFCD009CAB6}" type="pres">
      <dgm:prSet presAssocID="{196E9903-61FE-4FEB-8142-E10CA74851F4}" presName="arrow" presStyleLbl="bgShp" presStyleIdx="0" presStyleCnt="1" custScaleX="117647"/>
      <dgm:spPr/>
    </dgm:pt>
    <dgm:pt modelId="{50E732A8-40D5-4330-A1B5-2E130980B373}" type="pres">
      <dgm:prSet presAssocID="{196E9903-61FE-4FEB-8142-E10CA74851F4}" presName="linearProcess" presStyleCnt="0"/>
      <dgm:spPr/>
    </dgm:pt>
    <dgm:pt modelId="{53DC7847-8434-49DC-AD11-BF4578FD3F17}" type="pres">
      <dgm:prSet presAssocID="{89FAC7FF-B10D-4798-B36B-7DE56A77D0A3}" presName="textNode" presStyleLbl="node1" presStyleIdx="0" presStyleCnt="1" custScaleY="169267">
        <dgm:presLayoutVars>
          <dgm:bulletEnabled val="1"/>
        </dgm:presLayoutVars>
      </dgm:prSet>
      <dgm:spPr/>
    </dgm:pt>
  </dgm:ptLst>
  <dgm:cxnLst>
    <dgm:cxn modelId="{67A53138-CEE2-4A96-B147-2269E5F56A1C}" srcId="{196E9903-61FE-4FEB-8142-E10CA74851F4}" destId="{89FAC7FF-B10D-4798-B36B-7DE56A77D0A3}" srcOrd="0" destOrd="0" parTransId="{8AA4B8F2-0DA8-497D-8D7C-6A5B5BBB7FAC}" sibTransId="{4685A161-4C62-447A-BF4A-971375D1DEC7}"/>
    <dgm:cxn modelId="{2A73B85D-5C26-422E-B1B1-970C4DAC05C3}" type="presOf" srcId="{89FAC7FF-B10D-4798-B36B-7DE56A77D0A3}" destId="{53DC7847-8434-49DC-AD11-BF4578FD3F17}" srcOrd="0" destOrd="0" presId="urn:microsoft.com/office/officeart/2005/8/layout/hProcess9"/>
    <dgm:cxn modelId="{3F0C4D55-0801-421B-ACAC-79D06CDA46A2}" type="presOf" srcId="{196E9903-61FE-4FEB-8142-E10CA74851F4}" destId="{7671CD24-6C86-4906-8427-332F73129285}" srcOrd="0" destOrd="0" presId="urn:microsoft.com/office/officeart/2005/8/layout/hProcess9"/>
    <dgm:cxn modelId="{BDE28EB3-831F-41CD-901E-10BBCA219478}" type="presParOf" srcId="{7671CD24-6C86-4906-8427-332F73129285}" destId="{47252EC5-8108-452E-AC8E-BDFCD009CAB6}" srcOrd="0" destOrd="0" presId="urn:microsoft.com/office/officeart/2005/8/layout/hProcess9"/>
    <dgm:cxn modelId="{411EF216-A377-49D9-84E6-EA71144CF3BD}" type="presParOf" srcId="{7671CD24-6C86-4906-8427-332F73129285}" destId="{50E732A8-40D5-4330-A1B5-2E130980B373}" srcOrd="1" destOrd="0" presId="urn:microsoft.com/office/officeart/2005/8/layout/hProcess9"/>
    <dgm:cxn modelId="{33697F01-2986-4746-9ED0-FAA4D35CD32C}" type="presParOf" srcId="{50E732A8-40D5-4330-A1B5-2E130980B373}" destId="{53DC7847-8434-49DC-AD11-BF4578FD3F17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252EC5-8108-452E-AC8E-BDFCD009CAB6}">
      <dsp:nvSpPr>
        <dsp:cNvPr id="0" name=""/>
        <dsp:cNvSpPr/>
      </dsp:nvSpPr>
      <dsp:spPr>
        <a:xfrm>
          <a:off x="720089" y="0"/>
          <a:ext cx="8161016" cy="331893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DC7847-8434-49DC-AD11-BF4578FD3F17}">
      <dsp:nvSpPr>
        <dsp:cNvPr id="0" name=""/>
        <dsp:cNvSpPr/>
      </dsp:nvSpPr>
      <dsp:spPr>
        <a:xfrm>
          <a:off x="3360418" y="995680"/>
          <a:ext cx="2880358" cy="13275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Isa 9:1-7</a:t>
          </a:r>
        </a:p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Col. 1:21-22 </a:t>
          </a:r>
        </a:p>
      </dsp:txBody>
      <dsp:txXfrm>
        <a:off x="3425225" y="1060487"/>
        <a:ext cx="2750744" cy="11979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252EC5-8108-452E-AC8E-BDFCD009CAB6}">
      <dsp:nvSpPr>
        <dsp:cNvPr id="0" name=""/>
        <dsp:cNvSpPr/>
      </dsp:nvSpPr>
      <dsp:spPr>
        <a:xfrm>
          <a:off x="2" y="0"/>
          <a:ext cx="9601191" cy="331893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DC7847-8434-49DC-AD11-BF4578FD3F17}">
      <dsp:nvSpPr>
        <dsp:cNvPr id="0" name=""/>
        <dsp:cNvSpPr/>
      </dsp:nvSpPr>
      <dsp:spPr>
        <a:xfrm>
          <a:off x="105013" y="535895"/>
          <a:ext cx="9391169" cy="22471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just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A world adrift, a tempestuous sea, where hope is lost and shadows creep.</a:t>
          </a:r>
          <a:br>
            <a:rPr lang="en-US" sz="2300" kern="1200" dirty="0"/>
          </a:br>
          <a:r>
            <a:rPr lang="en-US" sz="2300" b="1" kern="1200" dirty="0"/>
            <a:t>A fractured globe, a discordant choir, where fear and anger reign supreme.</a:t>
          </a:r>
          <a:br>
            <a:rPr lang="en-US" sz="2300" kern="1200" dirty="0"/>
          </a:br>
          <a:r>
            <a:rPr lang="en-US" sz="2300" b="1" kern="1200" dirty="0"/>
            <a:t>A planet yearning for solace, a weary soul, searching for peace in the storm.</a:t>
          </a:r>
          <a:br>
            <a:rPr lang="en-US" sz="2300" kern="1200" dirty="0"/>
          </a:br>
          <a:endParaRPr lang="en-US" sz="2300" kern="1200" dirty="0"/>
        </a:p>
      </dsp:txBody>
      <dsp:txXfrm>
        <a:off x="214710" y="645592"/>
        <a:ext cx="9171775" cy="20277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Lost in the Spirit of the Time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Stephen </a:t>
            </a:r>
            <a:r>
              <a:rPr lang="en-US" dirty="0" err="1"/>
              <a:t>Mutie</a:t>
            </a:r>
            <a:r>
              <a:rPr lang="en-US" dirty="0"/>
              <a:t>, PhD</a:t>
            </a:r>
          </a:p>
        </p:txBody>
      </p:sp>
    </p:spTree>
    <p:extLst>
      <p:ext uri="{BB962C8B-B14F-4D97-AF65-F5344CB8AC3E}">
        <p14:creationId xmlns:p14="http://schemas.microsoft.com/office/powerpoint/2010/main" val="3251321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Leading Verse(s)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3020187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012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126504"/>
              </p:ext>
            </p:extLst>
          </p:nvPr>
        </p:nvGraphicFramePr>
        <p:xfrm>
          <a:off x="1295401" y="2556932"/>
          <a:ext cx="9601196" cy="3318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2C545312-16D8-4431-9FBB-7AA3DA73D340}"/>
              </a:ext>
            </a:extLst>
          </p:cNvPr>
          <p:cNvSpPr txBox="1">
            <a:spLocks/>
          </p:cNvSpPr>
          <p:nvPr/>
        </p:nvSpPr>
        <p:spPr>
          <a:xfrm>
            <a:off x="1447802" y="11345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Here are a few lines capturing the world's current state</a:t>
            </a:r>
          </a:p>
        </p:txBody>
      </p:sp>
    </p:spTree>
    <p:extLst>
      <p:ext uri="{BB962C8B-B14F-4D97-AF65-F5344CB8AC3E}">
        <p14:creationId xmlns:p14="http://schemas.microsoft.com/office/powerpoint/2010/main" val="1197311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1943" y="2221252"/>
            <a:ext cx="9601196" cy="3356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Alienation- Col 1:21-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Alienation from God brings a spiritual disequilibrium. (</a:t>
            </a:r>
            <a:r>
              <a:rPr lang="en-US" dirty="0">
                <a:highlight>
                  <a:srgbClr val="FFFF00"/>
                </a:highlight>
              </a:rPr>
              <a:t>rem. God’s image</a:t>
            </a:r>
            <a:r>
              <a:rPr lang="en-US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Gen 3…The fall of man: Alienated from the garden…</a:t>
            </a:r>
            <a:r>
              <a:rPr lang="en-US" dirty="0">
                <a:highlight>
                  <a:srgbClr val="FFFF00"/>
                </a:highlight>
              </a:rPr>
              <a:t>enemies of God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key to understanding this phenomenon, and how to manage or conquer it, lies in understanding </a:t>
            </a:r>
            <a:r>
              <a:rPr lang="en-US" dirty="0">
                <a:highlight>
                  <a:srgbClr val="FFFF00"/>
                </a:highlight>
              </a:rPr>
              <a:t>“the bride” </a:t>
            </a:r>
            <a:r>
              <a:rPr lang="en-US" dirty="0"/>
              <a:t>in the Song of Songs’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At night in my bed I sought the love of my soul and did not find him' (Song 3.1)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22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Alienation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 Alienation from God;</a:t>
            </a:r>
          </a:p>
          <a:p>
            <a:pPr lvl="1"/>
            <a:r>
              <a:rPr lang="en-US" b="1" dirty="0"/>
              <a:t>Ushers in the era of noises (both </a:t>
            </a:r>
            <a:r>
              <a:rPr lang="en-US" b="1" i="1" dirty="0"/>
              <a:t>internal</a:t>
            </a:r>
            <a:r>
              <a:rPr lang="en-US" b="1" dirty="0"/>
              <a:t> (mental health issues) and external)</a:t>
            </a:r>
          </a:p>
          <a:p>
            <a:pPr lvl="1"/>
            <a:r>
              <a:rPr lang="en-US" b="1" dirty="0"/>
              <a:t>Dark night of the soul – detached from our source of power</a:t>
            </a:r>
          </a:p>
          <a:p>
            <a:pPr lvl="1"/>
            <a:r>
              <a:rPr lang="en-US" b="1" dirty="0"/>
              <a:t>Loss of Identity</a:t>
            </a:r>
          </a:p>
        </p:txBody>
      </p:sp>
    </p:spTree>
    <p:extLst>
      <p:ext uri="{BB962C8B-B14F-4D97-AF65-F5344CB8AC3E}">
        <p14:creationId xmlns:p14="http://schemas.microsoft.com/office/powerpoint/2010/main" val="1076610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Losing Our Identities in Christ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556931"/>
            <a:ext cx="10150365" cy="33393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Basic Question? Whom do You Say I am? Matthew 16:13-20</a:t>
            </a:r>
          </a:p>
          <a:p>
            <a:r>
              <a:rPr lang="en-US" b="1" baseline="30000" dirty="0"/>
              <a:t>15 </a:t>
            </a:r>
            <a:r>
              <a:rPr lang="en-US" dirty="0"/>
              <a:t>“But what about you?” he asked. “Who do you say I am?”</a:t>
            </a:r>
          </a:p>
          <a:p>
            <a:r>
              <a:rPr lang="en-US" b="1" baseline="30000" dirty="0"/>
              <a:t>16 </a:t>
            </a:r>
            <a:r>
              <a:rPr lang="en-US" dirty="0"/>
              <a:t>Simon Peter answered, “You are the Messiah, the Son of the living God.”</a:t>
            </a:r>
          </a:p>
          <a:p>
            <a:pPr marL="0" indent="0" algn="ctr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77605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0621" y="1428453"/>
            <a:ext cx="10972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44068" lvl="1" indent="-342900" algn="just">
              <a:buFont typeface="Wingdings" panose="05000000000000000000" pitchFamily="2" charset="2"/>
              <a:buChar char="v"/>
            </a:pPr>
            <a:r>
              <a:rPr lang="en-US" sz="2400" dirty="0"/>
              <a:t>God created you to do great things in this life, but it takes a heart full of courage and trust in the Lord to move forward when there will always be excuses to stay where you are.</a:t>
            </a:r>
          </a:p>
          <a:p>
            <a:pPr marL="544068" lvl="1" indent="-342900" algn="just">
              <a:buFont typeface="Wingdings" panose="05000000000000000000" pitchFamily="2" charset="2"/>
              <a:buChar char="v"/>
            </a:pPr>
            <a:r>
              <a:rPr lang="en-US" sz="2400" dirty="0"/>
              <a:t>It’s one thing to know what the Bible says. </a:t>
            </a:r>
          </a:p>
          <a:p>
            <a:pPr marL="544068" lvl="1" indent="-342900" algn="just">
              <a:buFont typeface="Wingdings" panose="05000000000000000000" pitchFamily="2" charset="2"/>
              <a:buChar char="v"/>
            </a:pPr>
            <a:r>
              <a:rPr lang="en-US" sz="2400" dirty="0"/>
              <a:t>It’s a whole different thing to believe that what God says about you in His Word is Truth – not just for the “good” Christians, not just for the people around you, </a:t>
            </a:r>
            <a:r>
              <a:rPr lang="en-US" sz="2400" i="1" dirty="0"/>
              <a:t>but for you</a:t>
            </a:r>
            <a:r>
              <a:rPr lang="en-US" dirty="0"/>
              <a:t>.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18392" y="824211"/>
            <a:ext cx="28164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01168" lvl="1" indent="0" algn="ctr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What is Identity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8311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Prince of Peace Knows me As: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285999"/>
            <a:ext cx="9601196" cy="3831022"/>
          </a:xfrm>
        </p:spPr>
        <p:txBody>
          <a:bodyPr>
            <a:normAutofit/>
          </a:bodyPr>
          <a:lstStyle/>
          <a:p>
            <a:pPr lvl="0" fontAlgn="base"/>
            <a:r>
              <a:rPr lang="en-US" b="1" dirty="0"/>
              <a:t>I am a child of God.</a:t>
            </a:r>
            <a:r>
              <a:rPr lang="en-US" dirty="0"/>
              <a:t> </a:t>
            </a:r>
            <a:r>
              <a:rPr lang="en-US" i="1" dirty="0"/>
              <a:t> 1 John 3:2)</a:t>
            </a:r>
            <a:endParaRPr lang="en-US" dirty="0"/>
          </a:p>
          <a:p>
            <a:pPr lvl="0" fontAlgn="base"/>
            <a:r>
              <a:rPr lang="en-US" b="1" dirty="0"/>
              <a:t>I am a light.</a:t>
            </a:r>
            <a:r>
              <a:rPr lang="en-US" dirty="0"/>
              <a:t> </a:t>
            </a:r>
            <a:r>
              <a:rPr lang="en-US" i="1" dirty="0"/>
              <a:t> Matthew 5:14)</a:t>
            </a:r>
            <a:endParaRPr lang="en-US" dirty="0"/>
          </a:p>
          <a:p>
            <a:pPr lvl="0" fontAlgn="base"/>
            <a:r>
              <a:rPr lang="en-US" b="1" dirty="0"/>
              <a:t>I am a new creation.</a:t>
            </a:r>
            <a:r>
              <a:rPr lang="en-US" dirty="0"/>
              <a:t> </a:t>
            </a:r>
            <a:r>
              <a:rPr lang="en-US" i="1" dirty="0"/>
              <a:t> 2 Corinthians 5:17)</a:t>
            </a:r>
            <a:endParaRPr lang="en-US" dirty="0"/>
          </a:p>
          <a:p>
            <a:pPr lvl="0" fontAlgn="base"/>
            <a:r>
              <a:rPr lang="en-US" b="1" dirty="0"/>
              <a:t>I am a temple of the Holy Spirit.</a:t>
            </a:r>
            <a:r>
              <a:rPr lang="en-US" dirty="0"/>
              <a:t> </a:t>
            </a:r>
            <a:r>
              <a:rPr lang="en-US" i="1" dirty="0"/>
              <a:t> 1 Corinthians 6:19)</a:t>
            </a:r>
            <a:endParaRPr lang="en-US" dirty="0"/>
          </a:p>
          <a:p>
            <a:pPr lvl="0" fontAlgn="base"/>
            <a:r>
              <a:rPr lang="en-US" b="1" dirty="0"/>
              <a:t>I am beloved.</a:t>
            </a:r>
            <a:r>
              <a:rPr lang="en-US" dirty="0"/>
              <a:t> </a:t>
            </a:r>
            <a:r>
              <a:rPr lang="en-US" i="1" dirty="0"/>
              <a:t> Jeremiah 31:3)</a:t>
            </a:r>
            <a:endParaRPr lang="en-US" dirty="0"/>
          </a:p>
          <a:p>
            <a:pPr lvl="0" fontAlgn="base"/>
            <a:r>
              <a:rPr lang="en-US" b="1" dirty="0"/>
              <a:t>I am chosen.</a:t>
            </a:r>
            <a:r>
              <a:rPr lang="en-US" dirty="0"/>
              <a:t> </a:t>
            </a:r>
            <a:r>
              <a:rPr lang="en-US" i="1" dirty="0"/>
              <a:t> Colossians 3:12)</a:t>
            </a:r>
            <a:endParaRPr lang="en-US" dirty="0"/>
          </a:p>
          <a:p>
            <a:pPr lvl="0" fontAlgn="base"/>
            <a:r>
              <a:rPr lang="en-US" b="1" dirty="0"/>
              <a:t>I am valuable.</a:t>
            </a:r>
            <a:r>
              <a:rPr lang="en-US" dirty="0"/>
              <a:t> </a:t>
            </a:r>
            <a:r>
              <a:rPr lang="en-US" i="1" dirty="0"/>
              <a:t> 1 Corinthians 6:19-20)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478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525" y="2671762"/>
            <a:ext cx="30289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489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454</TotalTime>
  <Words>446</Words>
  <Application>Microsoft Office PowerPoint</Application>
  <PresentationFormat>Widescreen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Garamond</vt:lpstr>
      <vt:lpstr>Wingdings</vt:lpstr>
      <vt:lpstr>Organic</vt:lpstr>
      <vt:lpstr>Lost in the Spirit of the Time</vt:lpstr>
      <vt:lpstr>Leading Verse(s)</vt:lpstr>
      <vt:lpstr> </vt:lpstr>
      <vt:lpstr>Alienation- Col 1:21- </vt:lpstr>
      <vt:lpstr>Alienation Cont’d</vt:lpstr>
      <vt:lpstr>Losing Our Identities in Christ </vt:lpstr>
      <vt:lpstr>PowerPoint Presentation</vt:lpstr>
      <vt:lpstr>The Prince of Peace Knows me As: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Reflection</dc:title>
  <dc:creator>DELL</dc:creator>
  <cp:lastModifiedBy>Reviewer</cp:lastModifiedBy>
  <cp:revision>39</cp:revision>
  <dcterms:created xsi:type="dcterms:W3CDTF">2022-10-26T14:31:58Z</dcterms:created>
  <dcterms:modified xsi:type="dcterms:W3CDTF">2024-11-24T05:52:34Z</dcterms:modified>
</cp:coreProperties>
</file>