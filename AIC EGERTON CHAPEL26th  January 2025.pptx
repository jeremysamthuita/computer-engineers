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70" r:id="rId4"/>
    <p:sldId id="397" r:id="rId5"/>
    <p:sldId id="398" r:id="rId6"/>
    <p:sldId id="399" r:id="rId7"/>
    <p:sldId id="392" r:id="rId8"/>
    <p:sldId id="393" r:id="rId9"/>
    <p:sldId id="400" r:id="rId10"/>
    <p:sldId id="394" r:id="rId11"/>
    <p:sldId id="395" r:id="rId12"/>
    <p:sldId id="402" r:id="rId13"/>
    <p:sldId id="401" r:id="rId14"/>
    <p:sldId id="371" r:id="rId15"/>
    <p:sldId id="383" r:id="rId16"/>
    <p:sldId id="340" r:id="rId17"/>
    <p:sldId id="301" r:id="rId18"/>
    <p:sldId id="384" r:id="rId19"/>
    <p:sldId id="385" r:id="rId20"/>
    <p:sldId id="372" r:id="rId21"/>
    <p:sldId id="361" r:id="rId22"/>
    <p:sldId id="363" r:id="rId23"/>
    <p:sldId id="387" r:id="rId24"/>
    <p:sldId id="388" r:id="rId25"/>
    <p:sldId id="390" r:id="rId26"/>
    <p:sldId id="391" r:id="rId27"/>
    <p:sldId id="389" r:id="rId28"/>
    <p:sldId id="362" r:id="rId29"/>
    <p:sldId id="403" r:id="rId30"/>
    <p:sldId id="404" r:id="rId31"/>
    <p:sldId id="405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B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25-Jan-25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25-Jan-25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25-Jan-25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25-Jan-25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25-Jan-25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25-Jan-25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25-Jan-25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25-Jan-25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25-Jan-25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25-Jan-25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25-Jan-25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25-Jan-25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25-Jan-25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25-Jan-25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25-Jan-25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25-Jan-25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25-Jan-25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Vert">
          <a:fgClr>
            <a:schemeClr val="accent1"/>
          </a:fgClr>
          <a:bgClr>
            <a:srgbClr val="FF0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25-Jan-25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ransition spd="slow">
    <p:push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759855" y="666205"/>
            <a:ext cx="10740979" cy="1423851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AIC EGERTON CHAPEL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59856" y="2292439"/>
            <a:ext cx="10740978" cy="378179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SUNDAY</a:t>
            </a:r>
          </a:p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26.01. 2025</a:t>
            </a:r>
            <a:endParaRPr lang="en-US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11093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31065" y="631065"/>
            <a:ext cx="10998557" cy="5460642"/>
          </a:xfrm>
        </p:spPr>
        <p:txBody>
          <a:bodyPr>
            <a:normAutofit fontScale="90000"/>
          </a:bodyPr>
          <a:lstStyle/>
          <a:p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GENESIS 11:27-32</a:t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HEBREWS 11:8 - 16</a:t>
            </a: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2157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656823"/>
            <a:ext cx="10908405" cy="544776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07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en-US" sz="10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be </a:t>
            </a:r>
            <a:r>
              <a:rPr lang="en-US" sz="107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Pilgrims</a:t>
            </a:r>
            <a:br>
              <a:rPr lang="en-US" sz="107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07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HOPE</a:t>
            </a:r>
            <a:r>
              <a:rPr lang="en-US" sz="10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7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90456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36728"/>
            <a:ext cx="9601196" cy="83251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854" y="1269243"/>
            <a:ext cx="10986447" cy="4606625"/>
          </a:xfrm>
        </p:spPr>
        <p:txBody>
          <a:bodyPr>
            <a:noAutofit/>
          </a:bodyPr>
          <a:lstStyle/>
          <a:p>
            <a:pPr algn="just"/>
            <a:r>
              <a:rPr lang="en-US" sz="6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Today our world is experiencing a </a:t>
            </a:r>
            <a:r>
              <a:rPr lang="en-US" sz="6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TRAGIC ‘FAMINE’ OF HOPE</a:t>
            </a:r>
            <a:r>
              <a:rPr lang="en-US" sz="6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6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much pain, emptiness, and </a:t>
            </a:r>
            <a:r>
              <a:rPr lang="en-US" sz="6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grief </a:t>
            </a:r>
            <a:r>
              <a:rPr lang="en-US" sz="6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surrounds us!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575101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86854"/>
            <a:ext cx="9601196" cy="941695"/>
          </a:xfrm>
        </p:spPr>
        <p:txBody>
          <a:bodyPr>
            <a:noAutofit/>
          </a:bodyPr>
          <a:lstStyle/>
          <a:p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is </a:t>
            </a:r>
            <a:r>
              <a:rPr lang="en-US" sz="7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‘CRISIS’</a:t>
            </a:r>
            <a:endParaRPr lang="en-US" sz="7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797" y="1528549"/>
            <a:ext cx="11000096" cy="4347319"/>
          </a:xfrm>
        </p:spPr>
        <p:txBody>
          <a:bodyPr>
            <a:noAutofit/>
          </a:bodyPr>
          <a:lstStyle/>
          <a:p>
            <a:r>
              <a:rPr lang="en-US" sz="6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6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Debt</a:t>
            </a:r>
            <a:r>
              <a:rPr lang="en-US" sz="6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crisis, the </a:t>
            </a:r>
            <a:r>
              <a:rPr lang="en-US" sz="6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en-US" sz="6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crisis, the </a:t>
            </a:r>
            <a:r>
              <a:rPr lang="en-US" sz="6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lang="en-US" sz="6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crisis, the </a:t>
            </a:r>
            <a:r>
              <a:rPr lang="en-US" sz="6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en-US" sz="6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crisis, the </a:t>
            </a:r>
            <a:r>
              <a:rPr lang="en-US" sz="6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Housing</a:t>
            </a:r>
            <a:r>
              <a:rPr lang="en-US" sz="6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crisis, </a:t>
            </a:r>
            <a:r>
              <a:rPr lang="en-US" sz="6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US" sz="6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crisis – femicide and abductions. </a:t>
            </a:r>
          </a:p>
          <a:p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533011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77673"/>
            <a:ext cx="9601196" cy="655091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Cont’d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684" y="1241946"/>
            <a:ext cx="10904561" cy="4633922"/>
          </a:xfrm>
        </p:spPr>
        <p:txBody>
          <a:bodyPr>
            <a:noAutofit/>
          </a:bodyPr>
          <a:lstStyle/>
          <a:p>
            <a:pPr algn="just"/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are living in an environment of fear encouraged by </a:t>
            </a:r>
            <a:r>
              <a:rPr lang="en-US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Politicians</a:t>
            </a:r>
            <a:r>
              <a:rPr lang="en-US" sz="5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Journalists</a:t>
            </a:r>
            <a:r>
              <a:rPr lang="en-US" sz="5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Influencers </a:t>
            </a:r>
            <a:r>
              <a:rPr lang="en-US" sz="5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affecting the </a:t>
            </a:r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emotional and spiritual lives </a:t>
            </a: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millions.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2780784663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600503"/>
            <a:ext cx="9601196" cy="750626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Genesis 11 &amp; Hebrews 11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854" y="1473959"/>
            <a:ext cx="11041039" cy="4612942"/>
          </a:xfrm>
        </p:spPr>
        <p:txBody>
          <a:bodyPr>
            <a:noAutofit/>
          </a:bodyPr>
          <a:lstStyle/>
          <a:p>
            <a:pPr algn="just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Offers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 a 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biblical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 of fame: Abel . . . Enoch . . . Noah . . . </a:t>
            </a:r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Abraham . . . Sarah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. . Jacob . . . Joseph . . . Moses . . . Joshua . . . 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David etc. – Worship, Walk, Working, Wandering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272398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68491"/>
            <a:ext cx="9601196" cy="750626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Cont’d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922" y="1119117"/>
            <a:ext cx="10822675" cy="475675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Our focus </a:t>
            </a:r>
            <a:r>
              <a:rPr lang="en-US" sz="4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the man we often call “Father Abraham</a:t>
            </a:r>
            <a:r>
              <a:rPr lang="en-US" sz="4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Hebrews </a:t>
            </a:r>
            <a:r>
              <a:rPr lang="en-US" sz="4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11:8-16 </a:t>
            </a:r>
            <a:r>
              <a:rPr lang="en-US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tells how he obeyed God’s call at great personal </a:t>
            </a:r>
            <a:r>
              <a:rPr lang="en-US" sz="4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sacrifice</a:t>
            </a:r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lang="en-US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 did; </a:t>
            </a:r>
            <a:r>
              <a:rPr lang="en-US" sz="4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why </a:t>
            </a:r>
            <a:r>
              <a:rPr lang="en-US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 did </a:t>
            </a:r>
            <a:r>
              <a:rPr lang="en-US" sz="4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en-US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ABRAHAM was a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PILGRIM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622501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18616"/>
            <a:ext cx="9601196" cy="846160"/>
          </a:xfrm>
        </p:spPr>
        <p:txBody>
          <a:bodyPr>
            <a:noAutofit/>
          </a:bodyPr>
          <a:lstStyle/>
          <a:p>
            <a:r>
              <a:rPr lang="en-US" sz="4800" b="1" dirty="0">
                <a:ln>
                  <a:noFill/>
                </a:ln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Oxford </a:t>
            </a:r>
            <a:r>
              <a:rPr lang="en-US" sz="4800" b="1" dirty="0" smtClean="0">
                <a:ln>
                  <a:noFill/>
                </a:ln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Dictionary Defines Pilgrim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616" y="1501254"/>
            <a:ext cx="11041038" cy="4763068"/>
          </a:xfrm>
        </p:spPr>
        <p:txBody>
          <a:bodyPr>
            <a:normAutofit/>
          </a:bodyPr>
          <a:lstStyle/>
          <a:p>
            <a:pPr algn="just"/>
            <a:r>
              <a:rPr lang="en-US" sz="4400" smtClean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one who </a:t>
            </a:r>
            <a:r>
              <a:rPr lang="en-US" sz="44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Journeys to A Sacred place</a:t>
            </a:r>
            <a:r>
              <a:rPr lang="en-US" sz="4400" b="1" smtClean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smtClean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religious reasons. </a:t>
            </a:r>
          </a:p>
          <a:p>
            <a:pPr algn="just"/>
            <a:r>
              <a:rPr lang="en-US" sz="4400" smtClean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one who </a:t>
            </a:r>
            <a:r>
              <a:rPr lang="en-US" sz="44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Journeys Through Life</a:t>
            </a:r>
            <a:r>
              <a:rPr lang="en-US" sz="4400" smtClean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4400" smtClean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are </a:t>
            </a:r>
            <a:r>
              <a:rPr lang="en-US" sz="4400" b="1" smtClean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pilgrims on the journey of life</a:t>
            </a:r>
            <a:r>
              <a:rPr lang="en-US" sz="4400" smtClean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looking forward to being with God forever in Heaven once our earthly life is over.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7563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27546"/>
            <a:ext cx="9601196" cy="532263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Cont’d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446" y="859808"/>
            <a:ext cx="11041038" cy="5295331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ABRAHAM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Bible,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living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4,000 years ago in a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place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 of the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Chaldeans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—on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banks of the Euphrates River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far from the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mouth of the Persian Gulf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Abram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his wife Sarah worshiped the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moon-god Sin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a prosperous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middle-aged man, successful by any human standard. Life has been good to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Abram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Sarah. Certainly they have no reason to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complain though Childless –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Though </a:t>
            </a:r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Muslim Tradition – Broke the Idols 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07767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67" y="464024"/>
            <a:ext cx="10645252" cy="577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341789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77673"/>
            <a:ext cx="9601196" cy="68238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Cont’d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149" y="1160061"/>
            <a:ext cx="11013744" cy="4926840"/>
          </a:xfrm>
        </p:spPr>
        <p:txBody>
          <a:bodyPr>
            <a:norm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Archaeologists tell us 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UR’s Population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Abraham’s 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was 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250,000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It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a center of 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mathematics, astronomy, commerce and philosophy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People from 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surrounding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areas moved to Ur because they wanted to be part of that great city.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doubt many of Abraham’s friends thought he was crazy.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would anyone want to leave Ur?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Obeying God’s call meant 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giving up his friends, his career, his traditions, his home, his position, his influence, and his country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that, it meant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risking his health and his future on a vague promise from an unseen God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lead him to “a land that I will show you” (Genesis 12:1).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726602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04968"/>
            <a:ext cx="9601196" cy="504966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Cont’d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740" y="1009935"/>
            <a:ext cx="10904561" cy="4865934"/>
          </a:xfrm>
        </p:spPr>
        <p:txBody>
          <a:bodyPr>
            <a:normAutofit fontScale="92500"/>
          </a:bodyPr>
          <a:lstStyle/>
          <a:p>
            <a:pPr marL="0" lvl="0" indent="0" algn="ctr">
              <a:buClr>
                <a:srgbClr val="AB946B"/>
              </a:buClr>
              <a:buNone/>
            </a:pPr>
            <a:r>
              <a:rPr lang="en-US" sz="8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Characteristics of Abraham’s life as a </a:t>
            </a:r>
            <a:r>
              <a:rPr lang="en-US" sz="8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Pilgrim/Nomad/Strangers</a:t>
            </a:r>
            <a:endParaRPr lang="en-US" sz="86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982398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696" y="491319"/>
            <a:ext cx="10822674" cy="791571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He Lived as a 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PILGRIM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Vv. 8, 14,16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206" y="1514901"/>
            <a:ext cx="11068334" cy="4626591"/>
          </a:xfrm>
        </p:spPr>
        <p:txBody>
          <a:bodyPr>
            <a:normAutofit fontScale="47500" lnSpcReduction="20000"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Abraham, originally called </a:t>
            </a:r>
            <a:r>
              <a:rPr lang="en-US" sz="8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Abram (</a:t>
            </a:r>
            <a:r>
              <a:rPr lang="en-US" sz="8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Exalted)</a:t>
            </a:r>
            <a:r>
              <a:rPr lang="en-US" sz="8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</a:t>
            </a:r>
            <a:r>
              <a:rPr lang="en-US" sz="8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 by God to leave </a:t>
            </a:r>
            <a:r>
              <a:rPr lang="en-US" sz="8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Genesis 12:1) </a:t>
            </a:r>
            <a:r>
              <a:rPr lang="en-US" sz="8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 native </a:t>
            </a:r>
            <a:r>
              <a:rPr lang="en-US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of Ur </a:t>
            </a:r>
            <a:r>
              <a:rPr lang="en-US" sz="8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(southern </a:t>
            </a:r>
            <a:r>
              <a:rPr lang="en-US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Iraq) in return for a </a:t>
            </a:r>
            <a:r>
              <a:rPr lang="en-US" sz="8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land</a:t>
            </a:r>
            <a:r>
              <a:rPr lang="en-US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  <a:r>
              <a:rPr lang="en-US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inheritance in </a:t>
            </a:r>
            <a:r>
              <a:rPr lang="en-US" sz="8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8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Promised Land </a:t>
            </a:r>
            <a:r>
              <a:rPr lang="en-US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(modern day Israel</a:t>
            </a:r>
            <a:r>
              <a:rPr lang="en-US" sz="8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8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Travelling </a:t>
            </a:r>
            <a:r>
              <a:rPr lang="en-US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– </a:t>
            </a:r>
            <a:r>
              <a:rPr lang="en-US" sz="8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8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 a country</a:t>
            </a:r>
            <a:r>
              <a:rPr lang="en-US" sz="8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en-US" sz="8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8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lived in tents</a:t>
            </a:r>
            <a:r>
              <a:rPr lang="en-US" sz="8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 ‘</a:t>
            </a:r>
            <a:r>
              <a:rPr lang="en-US" sz="8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looking forward to the city</a:t>
            </a:r>
            <a:r>
              <a:rPr lang="en-US" sz="8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’. 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8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Joshua 24:2 &amp; Acts 7:2-3- Leave</a:t>
            </a:r>
            <a:endParaRPr lang="en-US" sz="8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endParaRPr lang="en-US" sz="8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7665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54843"/>
            <a:ext cx="9601196" cy="69603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149" y="914401"/>
            <a:ext cx="10972800" cy="5622878"/>
          </a:xfrm>
        </p:spPr>
        <p:txBody>
          <a:bodyPr>
            <a:noAutofit/>
          </a:bodyPr>
          <a:lstStyle/>
          <a:p>
            <a:pPr lvl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Abraham</a:t>
            </a:r>
            <a:r>
              <a:rPr lang="en-US" sz="4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Isaac and Jacob, who are described </a:t>
            </a:r>
            <a:r>
              <a:rPr lang="en-US" sz="4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 ‘strangers and pilgrims on the earth’.</a:t>
            </a:r>
          </a:p>
          <a:p>
            <a:pPr lvl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4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‘</a:t>
            </a:r>
            <a:r>
              <a:rPr lang="en-US" sz="4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Strangers’ literally means foreigners, people of a different culture and language. </a:t>
            </a:r>
            <a:endParaRPr lang="en-US" sz="4400" b="1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4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‘</a:t>
            </a:r>
            <a:r>
              <a:rPr lang="en-US" sz="4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Pilgrims’ are those who live in a foreign land, away from their own people.</a:t>
            </a:r>
            <a:endParaRPr lang="en-US" sz="44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922045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431" y="245660"/>
            <a:ext cx="10277341" cy="723331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4" y="818866"/>
            <a:ext cx="10959736" cy="6039134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David said ‘I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 a stranger and a </a:t>
            </a:r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sojourner’.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Peter also referred to believers as ‘strangers and pilgrims’</a:t>
            </a:r>
          </a:p>
        </p:txBody>
      </p:sp>
    </p:spTree>
    <p:extLst>
      <p:ext uri="{BB962C8B-B14F-4D97-AF65-F5344CB8AC3E}">
        <p14:creationId xmlns:p14="http://schemas.microsoft.com/office/powerpoint/2010/main" val="416771161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09094"/>
            <a:ext cx="9601196" cy="914399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4" y="1107583"/>
            <a:ext cx="11101589" cy="5164428"/>
          </a:xfrm>
        </p:spPr>
        <p:txBody>
          <a:bodyPr>
            <a:no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‘We do not belong here. We are foreigners and temporary dwellers, living in tents, and looking forward to something far better.’</a:t>
            </a:r>
            <a:endParaRPr lang="en-US" sz="6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44432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204716"/>
            <a:ext cx="9601196" cy="66874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388" y="614149"/>
            <a:ext cx="10890913" cy="5404513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Abraham left Ur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burned his bridges behind him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For him there could be no turning back. </a:t>
            </a:r>
            <a:endParaRPr lang="en-US" sz="4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Once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left the walls of Ur, he was on his own, following God’s call into the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Christians – 2Cor 5:17</a:t>
            </a:r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44746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5911"/>
            <a:ext cx="9601196" cy="709684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388" y="1146412"/>
            <a:ext cx="10904561" cy="5076967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God calls, there are no guarantees about tomorrow. Abraham truly 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didn’t know where he was going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didn’t know how he would get there, didn’t know how long it would take, and didn’t even know for sure how he would know he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 arrived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he knew was that God had called him.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814479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386366"/>
            <a:ext cx="10050885" cy="965917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/>
              <a:t>Cont’d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307" y="1352283"/>
            <a:ext cx="11088710" cy="4778061"/>
          </a:xfrm>
        </p:spPr>
        <p:txBody>
          <a:bodyPr>
            <a:normAutofit/>
          </a:bodyPr>
          <a:lstStyle/>
          <a:p>
            <a:pPr marL="0" lvl="0" indent="0" algn="ctr">
              <a:buClr>
                <a:srgbClr val="AB946B"/>
              </a:buClr>
              <a:buNone/>
            </a:pPr>
            <a:r>
              <a:rPr lang="en-US" sz="9600" b="1" dirty="0" smtClean="0">
                <a:ln w="3175" cmpd="sng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9600" b="1" dirty="0" smtClean="0">
                <a:ln w="3175" cmpd="sng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Lived </a:t>
            </a:r>
            <a:r>
              <a:rPr lang="en-US" sz="9600" b="1" dirty="0">
                <a:ln w="3175" cmpd="sng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9600" b="1" dirty="0" smtClean="0">
                <a:ln w="3175" cmpd="sng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God’s  </a:t>
            </a:r>
            <a:r>
              <a:rPr lang="en-US" sz="9600" b="1" dirty="0" smtClean="0">
                <a:ln w="3175" cmpd="sng"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PROMISE</a:t>
            </a:r>
            <a:r>
              <a:rPr lang="en-US" sz="9600" b="1" dirty="0" smtClean="0">
                <a:ln w="3175" cmpd="sng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Vv. 13</a:t>
            </a:r>
            <a:endParaRPr lang="en-US" sz="9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5989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204716"/>
            <a:ext cx="9922097" cy="573206"/>
          </a:xfrm>
        </p:spPr>
        <p:txBody>
          <a:bodyPr>
            <a:noAutofit/>
          </a:bodyPr>
          <a:lstStyle/>
          <a:p>
            <a:pPr algn="l"/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944" y="777922"/>
            <a:ext cx="10921283" cy="5455453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God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 promised to give 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Abraham 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Children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land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Blessing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Reality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lived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a 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stranger Wandering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foreign country. </a:t>
            </a:r>
            <a:endParaRPr lang="en-US" sz="5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don’t own the land, you can’t build a permanent dwelling there.</a:t>
            </a:r>
            <a:endParaRPr lang="en-US" sz="5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86751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76519"/>
            <a:ext cx="9601196" cy="553791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Cont’d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428" y="1030310"/>
            <a:ext cx="11050073" cy="5306096"/>
          </a:xfrm>
        </p:spPr>
        <p:txBody>
          <a:bodyPr>
            <a:normAutofit fontScale="55000" lnSpcReduction="20000"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“Welcome, Abraham” </a:t>
            </a: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endParaRPr lang="en-US" sz="7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housewarming </a:t>
            </a: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party</a:t>
            </a:r>
            <a:endParaRPr lang="en-US" sz="7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mayor with the key to the </a:t>
            </a: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 to Welcome them</a:t>
            </a:r>
            <a:endParaRPr lang="en-US" sz="7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 playing </a:t>
            </a: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“Welcome to the Land of Happiness”</a:t>
            </a:r>
            <a:endParaRPr lang="en-US" sz="7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Nobody </a:t>
            </a:r>
            <a:r>
              <a:rPr 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him. Nobody cared that he had come. Nobody gave him </a:t>
            </a: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anything</a:t>
            </a:r>
            <a:endParaRPr lang="en-US" sz="7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58839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77673"/>
            <a:ext cx="9601196" cy="668740"/>
          </a:xfrm>
        </p:spPr>
        <p:txBody>
          <a:bodyPr>
            <a:noAutofit/>
          </a:bodyPr>
          <a:lstStyle/>
          <a:p>
            <a:pPr algn="l"/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444" y="1146413"/>
            <a:ext cx="10904561" cy="5008727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‘Great Lives are made out of Great Promises’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Abram 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never owned land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only purchased a burial site in Hebron for Sarah -  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 Foot hole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Does he have Great descendants now?  Yes -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380, 000,000 Jews and Arabs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World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746966"/>
      </p:ext>
    </p:extLst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82137"/>
            <a:ext cx="9601196" cy="79157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dirty="0" smtClean="0">
                <a:solidFill>
                  <a:schemeClr val="tx1"/>
                </a:solidFill>
              </a:rPr>
              <a:t>Cont’d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740" y="1050879"/>
            <a:ext cx="10863618" cy="4995080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“For he was looking forward to the city that has foundations, whose designer and builder is God.” (Hebrews 11:10). 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66197"/>
      </p:ext>
    </p:extLst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105" y="504968"/>
            <a:ext cx="10577014" cy="818865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Presents 2-sided Reality of Christian Life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740" y="1323833"/>
            <a:ext cx="10795379" cy="4954137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also looked for a city with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foundations”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place with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permanence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could </a:t>
            </a:r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be found in a tent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meant he was looking for a city designed and built by God. Why? Because all earthly cities eventually crumble to dust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–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Revelation 21:2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180959"/>
      </p:ext>
    </p:extLst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13900"/>
            <a:ext cx="9601196" cy="61414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148" y="791570"/>
            <a:ext cx="10945505" cy="5500048"/>
          </a:xfrm>
        </p:spPr>
        <p:txBody>
          <a:bodyPr>
            <a:no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God’s will doesn’t guarantee worldly success. </a:t>
            </a:r>
            <a:r>
              <a:rPr lang="en-US" sz="3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heart </a:t>
            </a:r>
            <a:r>
              <a:rPr lang="en-US" sz="3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on heaven, and that explains why </a:t>
            </a:r>
            <a:r>
              <a:rPr lang="en-US" sz="3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Abraham </a:t>
            </a:r>
            <a:r>
              <a:rPr lang="en-US" sz="3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could: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3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Leave </a:t>
            </a:r>
            <a:r>
              <a:rPr lang="en-US" sz="3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beautiful city of Ur.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3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Walk </a:t>
            </a:r>
            <a:r>
              <a:rPr lang="en-US" sz="3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away from his career.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3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Leave </a:t>
            </a:r>
            <a:r>
              <a:rPr lang="en-US" sz="3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friends far behind.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3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</a:t>
            </a:r>
            <a:r>
              <a:rPr lang="en-US" sz="3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tents until the end of his life.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3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lang="en-US" sz="3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over again in a new land.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3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Die </a:t>
            </a:r>
            <a:r>
              <a:rPr lang="en-US" sz="3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seeing all that God had promised.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93819038"/>
      </p:ext>
    </p:extLst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570" y="491319"/>
            <a:ext cx="10877266" cy="436729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263" y="1037231"/>
            <a:ext cx="11245755" cy="5090614"/>
          </a:xfrm>
        </p:spPr>
        <p:txBody>
          <a:bodyPr>
            <a:normAutofit fontScale="70000" lnSpcReduction="20000"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God has one view of success; the world has another. Joshua 1:8 </a:t>
            </a: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6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Meditate </a:t>
            </a:r>
            <a:r>
              <a:rPr lang="en-US" sz="6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God’s Word </a:t>
            </a:r>
            <a:r>
              <a:rPr lang="en-US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be </a:t>
            </a:r>
            <a:r>
              <a:rPr lang="en-US" sz="6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“prosperous and successful.” </a:t>
            </a:r>
            <a:endParaRPr lang="en-US" sz="6000" b="1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Psalm </a:t>
            </a:r>
            <a:r>
              <a:rPr lang="en-US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contrasts the </a:t>
            </a:r>
            <a:r>
              <a:rPr lang="en-US" sz="6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wicked</a:t>
            </a: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sz="6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godly</a:t>
            </a:r>
            <a:r>
              <a:rPr lang="en-US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who builds his life on the </a:t>
            </a:r>
            <a:r>
              <a:rPr lang="en-US" sz="6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of God</a:t>
            </a:r>
            <a:r>
              <a:rPr lang="en-US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6000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Clr>
                <a:srgbClr val="AB946B"/>
              </a:buClr>
              <a:buNone/>
            </a:pP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latter will be like </a:t>
            </a:r>
            <a:r>
              <a:rPr lang="en-US" sz="6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 tree planted by streams of waters”</a:t>
            </a:r>
            <a:r>
              <a:rPr lang="en-US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(v. 3a). </a:t>
            </a:r>
            <a:r>
              <a:rPr lang="en-US" sz="6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6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all that he does, he prospers” </a:t>
            </a:r>
            <a:r>
              <a:rPr lang="en-US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(v. 3b).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414626"/>
      </p:ext>
    </p:extLst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28034"/>
            <a:ext cx="9601196" cy="437881"/>
          </a:xfrm>
        </p:spPr>
        <p:txBody>
          <a:bodyPr>
            <a:noAutofit/>
          </a:bodyPr>
          <a:lstStyle/>
          <a:p>
            <a:pPr algn="l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944" y="965915"/>
            <a:ext cx="10947041" cy="5215944"/>
          </a:xfrm>
        </p:spPr>
        <p:txBody>
          <a:bodyPr>
            <a:noAutofit/>
          </a:bodyPr>
          <a:lstStyle/>
          <a:p>
            <a:pPr marL="0" lvl="0" indent="0" algn="just">
              <a:buClr>
                <a:srgbClr val="AB946B"/>
              </a:buClr>
              <a:buNone/>
            </a:pPr>
            <a:r>
              <a:rPr lang="en-US" sz="9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9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9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Lived by a </a:t>
            </a:r>
            <a:r>
              <a:rPr lang="en-US" sz="9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PATIENCE</a:t>
            </a:r>
            <a:r>
              <a:rPr lang="en-US" sz="9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Vv. 11-12</a:t>
            </a:r>
            <a:endParaRPr lang="en-US" sz="96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7405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259308"/>
            <a:ext cx="9601196" cy="586853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740" y="968991"/>
            <a:ext cx="11013744" cy="511791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Promise of a Great Nation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Abram means–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exalted Father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very old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 years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Sara was past Menopause and Childless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86 years  (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Genesis 16:16) – made Local arrangement –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Ishmael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99 years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Abram’s name changed to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Abraham – Father of a Great Nation or Multitude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860653"/>
      </p:ext>
    </p:extLst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18616"/>
            <a:ext cx="9601196" cy="764274"/>
          </a:xfrm>
        </p:spPr>
        <p:txBody>
          <a:bodyPr/>
          <a:lstStyle/>
          <a:p>
            <a:pPr algn="l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445" y="1433015"/>
            <a:ext cx="10931856" cy="4442853"/>
          </a:xfrm>
        </p:spPr>
        <p:txBody>
          <a:bodyPr>
            <a:no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Circumstances don’t make you or break you but reveal </a:t>
            </a:r>
            <a:r>
              <a:rPr lang="en-US" sz="6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– </a:t>
            </a:r>
            <a:r>
              <a:rPr lang="en-US" sz="66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Hebrews 11:11 - 12</a:t>
            </a:r>
            <a:endParaRPr lang="en-US" sz="66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792532629"/>
      </p:ext>
    </p:extLst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04968"/>
            <a:ext cx="9601196" cy="736978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150" y="1419367"/>
            <a:ext cx="11027390" cy="44565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6000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6000" b="1" dirty="0">
                <a:ln w="3175" cmpd="sng"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en-US" sz="6000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be </a:t>
            </a:r>
            <a:r>
              <a:rPr lang="en-US" sz="6000" b="1" dirty="0" smtClean="0">
                <a:ln w="3175" cmpd="sng"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Pilgrims</a:t>
            </a:r>
            <a:r>
              <a:rPr lang="en-US" sz="6000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6000" b="1" dirty="0" smtClean="0">
                <a:ln w="3175" cmpd="sng"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HOPE</a:t>
            </a:r>
          </a:p>
          <a:p>
            <a:pPr marL="0" indent="0">
              <a:buNone/>
            </a:pPr>
            <a:r>
              <a:rPr lang="en-US" sz="5400" b="1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54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</a:t>
            </a:r>
            <a:r>
              <a:rPr lang="en-US" sz="5400" b="1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lang="en-US" sz="5400" b="1" dirty="0" smtClean="0">
                <a:ln w="3175" cmpd="sng"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PILGRIM</a:t>
            </a:r>
            <a:r>
              <a:rPr lang="en-US" sz="54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Vv. 8, </a:t>
            </a:r>
            <a:r>
              <a:rPr lang="en-US" sz="54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14,16</a:t>
            </a:r>
          </a:p>
          <a:p>
            <a:pPr marL="0" lvl="0" indent="0">
              <a:buNone/>
            </a:pPr>
            <a:r>
              <a:rPr lang="en-US" sz="5400" b="1" dirty="0">
                <a:ln w="3175" cmpd="sng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5400" b="1" dirty="0" smtClean="0">
                <a:ln w="3175" cmpd="sng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</a:t>
            </a:r>
            <a:r>
              <a:rPr lang="en-US" sz="5400" b="1" dirty="0">
                <a:ln w="3175" cmpd="sng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God’s  </a:t>
            </a:r>
            <a:r>
              <a:rPr lang="en-US" sz="5400" b="1" dirty="0">
                <a:ln w="3175" cmpd="sng"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PROMISE</a:t>
            </a:r>
            <a:r>
              <a:rPr lang="en-US" sz="5400" b="1" dirty="0">
                <a:ln w="3175" cmpd="sng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Vv. </a:t>
            </a:r>
            <a:r>
              <a:rPr lang="en-US" sz="5400" b="1" dirty="0" smtClean="0">
                <a:ln w="3175" cmpd="sng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  <a:p>
            <a:pPr marL="0" lvl="0" indent="0">
              <a:buNone/>
            </a:pPr>
            <a:r>
              <a:rPr lang="en-US" sz="5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3.Live </a:t>
            </a:r>
            <a:r>
              <a:rPr lang="en-US" sz="5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5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PATIENCE</a:t>
            </a:r>
            <a:r>
              <a:rPr lang="en-US" sz="5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Vv. 11-12</a:t>
            </a:r>
          </a:p>
          <a:p>
            <a:pPr lvl="0"/>
            <a:endParaRPr lang="en-US" sz="4400" dirty="0">
              <a:solidFill>
                <a:schemeClr val="tx1"/>
              </a:solidFill>
            </a:endParaRPr>
          </a:p>
          <a:p>
            <a:endParaRPr lang="en-US" sz="4400" b="1" dirty="0" smtClean="0">
              <a:ln w="3175" cmpd="sng"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400" b="1" dirty="0" smtClean="0">
              <a:ln w="3175" cmpd="sng">
                <a:noFill/>
              </a:ln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19968495"/>
      </p:ext>
    </p:extLst>
  </p:cSld>
  <p:clrMapOvr>
    <a:masterClrMapping/>
  </p:clrMapOvr>
  <p:transition spd="slow">
    <p:push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20233</TotalTime>
  <Words>1259</Words>
  <Application>Microsoft Office PowerPoint</Application>
  <PresentationFormat>Widescreen</PresentationFormat>
  <Paragraphs>96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Garamond</vt:lpstr>
      <vt:lpstr>Times New Roman</vt:lpstr>
      <vt:lpstr>Wingdings</vt:lpstr>
      <vt:lpstr>Organic</vt:lpstr>
      <vt:lpstr>AIC EGERTON CHAPEL</vt:lpstr>
      <vt:lpstr>  GENESIS 11:27-32  HEBREWS 11:8 - 16  </vt:lpstr>
      <vt:lpstr>   A Call to be Pilgrims  of HOPE   </vt:lpstr>
      <vt:lpstr>INTRODUCTION</vt:lpstr>
      <vt:lpstr>The Word is ‘CRISIS’</vt:lpstr>
      <vt:lpstr>Cont’d</vt:lpstr>
      <vt:lpstr>Genesis 11 &amp; Hebrews 11</vt:lpstr>
      <vt:lpstr>Cont’d</vt:lpstr>
      <vt:lpstr>Oxford Dictionary Defines Pilgrim</vt:lpstr>
      <vt:lpstr>Cont’d</vt:lpstr>
      <vt:lpstr>PowerPoint Presentation</vt:lpstr>
      <vt:lpstr>Cont’d</vt:lpstr>
      <vt:lpstr>Cont’d</vt:lpstr>
      <vt:lpstr>1. He Lived as a PILGRIM – Vv. 8, 14,16</vt:lpstr>
      <vt:lpstr>Cont’d</vt:lpstr>
      <vt:lpstr>Cont’d</vt:lpstr>
      <vt:lpstr>Cont’d</vt:lpstr>
      <vt:lpstr>Cont’d</vt:lpstr>
      <vt:lpstr> </vt:lpstr>
      <vt:lpstr>Cont’d</vt:lpstr>
      <vt:lpstr>Cont’d</vt:lpstr>
      <vt:lpstr>Cont’d</vt:lpstr>
      <vt:lpstr>Cont’d</vt:lpstr>
      <vt:lpstr>Cont’d</vt:lpstr>
      <vt:lpstr>He Presents 2-sided Reality of Christian Life</vt:lpstr>
      <vt:lpstr>Cont’d</vt:lpstr>
      <vt:lpstr>Cont’d</vt:lpstr>
      <vt:lpstr>Cont’d</vt:lpstr>
      <vt:lpstr>Cont’d</vt:lpstr>
      <vt:lpstr>Cont’d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 EGERTON CHAPEL</dc:title>
  <dc:creator>Hp</dc:creator>
  <cp:lastModifiedBy>Hp</cp:lastModifiedBy>
  <cp:revision>547</cp:revision>
  <dcterms:created xsi:type="dcterms:W3CDTF">2024-06-23T04:26:32Z</dcterms:created>
  <dcterms:modified xsi:type="dcterms:W3CDTF">2025-01-26T03:37:02Z</dcterms:modified>
</cp:coreProperties>
</file>