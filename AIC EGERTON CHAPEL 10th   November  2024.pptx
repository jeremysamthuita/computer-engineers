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40" r:id="rId4"/>
    <p:sldId id="301" r:id="rId5"/>
    <p:sldId id="325" r:id="rId6"/>
    <p:sldId id="326" r:id="rId7"/>
    <p:sldId id="317" r:id="rId8"/>
    <p:sldId id="338" r:id="rId9"/>
    <p:sldId id="327" r:id="rId10"/>
    <p:sldId id="303" r:id="rId11"/>
    <p:sldId id="342" r:id="rId12"/>
    <p:sldId id="328" r:id="rId13"/>
    <p:sldId id="341" r:id="rId14"/>
    <p:sldId id="302" r:id="rId15"/>
    <p:sldId id="331" r:id="rId16"/>
    <p:sldId id="343" r:id="rId17"/>
    <p:sldId id="30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B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09-Nov-24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09-Nov-24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Vert">
          <a:fgClr>
            <a:schemeClr val="accent1"/>
          </a:fgClr>
          <a:bgClr>
            <a:srgbClr val="FF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09-Nov-24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ransition spd="slow">
    <p:push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759855" y="666205"/>
            <a:ext cx="10740979" cy="1423851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AIC EGERTON CHAPEL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59856" y="2292439"/>
            <a:ext cx="10740978" cy="378179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SUNDAY</a:t>
            </a:r>
          </a:p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10.11</a:t>
            </a: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2024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1109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31065" y="631065"/>
            <a:ext cx="10998557" cy="5460642"/>
          </a:xfrm>
        </p:spPr>
        <p:txBody>
          <a:bodyPr>
            <a:normAutofit fontScale="90000"/>
          </a:bodyPr>
          <a:lstStyle/>
          <a:p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ISAIAH 7:14; 9:6</a:t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JOHN 9:1-12</a:t>
            </a: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2157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74766"/>
            <a:ext cx="9601196" cy="1711233"/>
          </a:xfrm>
        </p:spPr>
        <p:txBody>
          <a:bodyPr>
            <a:normAutofit/>
          </a:bodyPr>
          <a:lstStyle/>
          <a:p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 NAME IS</a:t>
            </a:r>
            <a:endParaRPr lang="en-US" sz="8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4" y="2021983"/>
            <a:ext cx="10959736" cy="385388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WONDERFUL:   </a:t>
            </a:r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CALL HIM LORD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4167711616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4"/>
            <a:ext cx="9601196" cy="824247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4" y="1365161"/>
            <a:ext cx="11101589" cy="490685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Names are very significant to God – He </a:t>
            </a:r>
            <a:r>
              <a:rPr lang="en-US" sz="4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gave names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Genesis 1:1, 5, 8, 10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Genesis 2:15 – </a:t>
            </a:r>
            <a:r>
              <a:rPr lang="en-US" sz="4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First</a:t>
            </a:r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occupation –Farming – Agriculture – God gave a </a:t>
            </a:r>
            <a:r>
              <a:rPr lang="en-US" sz="4400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Delegated Authority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4400" b="1" baseline="30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 Gave Names to the </a:t>
            </a:r>
            <a:r>
              <a:rPr lang="en-US" sz="4400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Animals</a:t>
            </a:r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2:19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 </a:t>
            </a:r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Gave </a:t>
            </a:r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Name </a:t>
            </a:r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the </a:t>
            </a:r>
            <a:r>
              <a:rPr lang="en-US" sz="4400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Woman </a:t>
            </a:r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2:23</a:t>
            </a:r>
            <a:endParaRPr lang="en-US" sz="4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4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44432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470264"/>
            <a:ext cx="10844011" cy="740350"/>
          </a:xfrm>
        </p:spPr>
        <p:txBody>
          <a:bodyPr>
            <a:noAutofit/>
          </a:bodyPr>
          <a:lstStyle/>
          <a:p>
            <a:pPr lvl="0"/>
            <a:r>
              <a:rPr lang="en-US" sz="5400" b="1" dirty="0" smtClean="0"/>
              <a:t>God placed </a:t>
            </a:r>
            <a:r>
              <a:rPr lang="en-US" sz="5400" b="1" dirty="0" smtClean="0">
                <a:solidFill>
                  <a:srgbClr val="FF0000"/>
                </a:solidFill>
              </a:rPr>
              <a:t>Significance</a:t>
            </a:r>
            <a:r>
              <a:rPr lang="en-US" sz="5400" b="1" dirty="0" smtClean="0"/>
              <a:t> on Names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823" y="1326524"/>
            <a:ext cx="10831132" cy="4700788"/>
          </a:xfrm>
        </p:spPr>
        <p:txBody>
          <a:bodyPr>
            <a:normAutofit fontScale="85000" lnSpcReduction="20000"/>
          </a:bodyPr>
          <a:lstStyle/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58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God had a Reason for each name</a:t>
            </a:r>
          </a:p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5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Events Surrounding </a:t>
            </a:r>
            <a:r>
              <a:rPr lang="en-US" sz="58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the name</a:t>
            </a:r>
            <a:r>
              <a:rPr lang="en-US" sz="58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6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Joy, Charity, Cheer</a:t>
            </a:r>
          </a:p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6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Isaac</a:t>
            </a:r>
            <a:r>
              <a:rPr lang="en-US" sz="6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Laughter</a:t>
            </a:r>
          </a:p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6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Jacob</a:t>
            </a:r>
            <a:r>
              <a:rPr lang="en-US" sz="6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6000" b="1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Grapper</a:t>
            </a:r>
            <a:r>
              <a:rPr lang="en-US" sz="6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Israel – Prince of God</a:t>
            </a:r>
            <a:endParaRPr lang="en-US" sz="6000" b="1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591307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125" y="509451"/>
            <a:ext cx="10720587" cy="431075"/>
          </a:xfrm>
        </p:spPr>
        <p:txBody>
          <a:bodyPr>
            <a:noAutofit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701" y="940526"/>
            <a:ext cx="10998558" cy="5254212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Moses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Drawn from water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Solomon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A man of Peace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Jabez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Born out of </a:t>
            </a:r>
            <a:r>
              <a:rPr lang="en-US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Anquish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pain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endParaRPr lang="en-US" sz="7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721435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023" y="548640"/>
            <a:ext cx="10759256" cy="1280159"/>
          </a:xfrm>
        </p:spPr>
        <p:txBody>
          <a:bodyPr>
            <a:normAutofit fontScale="90000"/>
          </a:bodyPr>
          <a:lstStyle/>
          <a:p>
            <a:pPr algn="l"/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721" y="548640"/>
            <a:ext cx="10998558" cy="5636322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John the Baptizer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Judas the Traitor</a:t>
            </a:r>
            <a:endParaRPr lang="en-US" sz="7200" b="1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Alexander the Great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William the Conqueror</a:t>
            </a:r>
            <a:endParaRPr lang="en-US" sz="7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45733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490" y="540913"/>
            <a:ext cx="10945019" cy="1725769"/>
          </a:xfrm>
        </p:spPr>
        <p:txBody>
          <a:bodyPr>
            <a:noAutofit/>
          </a:bodyPr>
          <a:lstStyle/>
          <a:p>
            <a:pPr algn="just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Names were given only by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 of Authority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appointed to a </a:t>
            </a:r>
            <a:r>
              <a:rPr lang="en-US" sz="40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position,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40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0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Hope or Prophesy </a:t>
            </a:r>
            <a:endParaRPr lang="en-US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2537138"/>
            <a:ext cx="11090366" cy="3524028"/>
          </a:xfrm>
        </p:spPr>
        <p:txBody>
          <a:bodyPr>
            <a:normAutofit fontScale="85000" lnSpcReduction="10000"/>
          </a:bodyPr>
          <a:lstStyle/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72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Simon – Bar-Jonah – Peter ( Petra) Rock- like character</a:t>
            </a:r>
            <a:endParaRPr lang="en-US" sz="7200" b="1" dirty="0" smtClean="0">
              <a:solidFill>
                <a:srgbClr val="0A0A0A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72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Saul – Paul – Hint – Acts 14</a:t>
            </a:r>
            <a:endParaRPr lang="en-US" sz="7200" b="1" dirty="0" smtClean="0">
              <a:solidFill>
                <a:srgbClr val="0A0A0A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282929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069" y="515156"/>
            <a:ext cx="10470523" cy="734096"/>
          </a:xfrm>
        </p:spPr>
        <p:txBody>
          <a:bodyPr>
            <a:noAutofit/>
          </a:bodyPr>
          <a:lstStyle/>
          <a:p>
            <a:r>
              <a:rPr lang="en-US" sz="6600" b="1" dirty="0" smtClean="0"/>
              <a:t>ISAIAH 7:14 ; 9:6</a:t>
            </a:r>
            <a:endParaRPr lang="en-US" sz="6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66" y="1249252"/>
            <a:ext cx="10895526" cy="5100033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Isaiah 7: 14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 800 years before the Birth of Christ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Immanuel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God with Us – John 1:1, 14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Isaiah 9:6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A 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Born (Humanity- Man)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A 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Born (Divinity- God)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God/Man – Wonderful Counselor; Prince of Peace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035612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09452"/>
            <a:ext cx="9601196" cy="9535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sz="7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746975"/>
            <a:ext cx="11038114" cy="5275001"/>
          </a:xfrm>
        </p:spPr>
        <p:txBody>
          <a:bodyPr>
            <a:noAutofit/>
          </a:bodyPr>
          <a:lstStyle/>
          <a:p>
            <a:pPr marL="400050" marR="0" indent="-6858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54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Fulfilment of Isaiah 7:14- </a:t>
            </a:r>
            <a:r>
              <a:rPr lang="en-US" sz="5400" b="1" dirty="0" smtClean="0">
                <a:solidFill>
                  <a:srgbClr val="00B0F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Prophesy</a:t>
            </a:r>
          </a:p>
          <a:p>
            <a:pPr marL="400050" marR="0" indent="-6858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66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Luke 1:26-28 – </a:t>
            </a:r>
            <a:r>
              <a:rPr lang="en-US" sz="6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Virgin</a:t>
            </a:r>
            <a:r>
              <a:rPr lang="en-US" sz="66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( </a:t>
            </a:r>
            <a:r>
              <a:rPr lang="en-US" sz="6600" b="1" dirty="0" err="1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Pathenos</a:t>
            </a:r>
            <a:r>
              <a:rPr lang="en-US" sz="66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– Never known a man – A name gives dignity</a:t>
            </a:r>
          </a:p>
        </p:txBody>
      </p:sp>
    </p:spTree>
    <p:extLst>
      <p:ext uri="{BB962C8B-B14F-4D97-AF65-F5344CB8AC3E}">
        <p14:creationId xmlns:p14="http://schemas.microsoft.com/office/powerpoint/2010/main" val="141396544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127" y="515156"/>
            <a:ext cx="10831131" cy="1133340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Matt.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1:16-23 – ‘by whom’ Feminine singular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28" y="2176530"/>
            <a:ext cx="10985679" cy="3953814"/>
          </a:xfrm>
        </p:spPr>
        <p:txBody>
          <a:bodyPr>
            <a:normAutofit fontScale="850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Matt. 1:16-23 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Joseph God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to present His Son to the world, He handpicked a 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– </a:t>
            </a:r>
            <a:r>
              <a:rPr lang="en-US" sz="6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Jesus - </a:t>
            </a:r>
            <a:r>
              <a:rPr lang="en-US" sz="6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Saviour</a:t>
            </a:r>
            <a:r>
              <a:rPr lang="en-US" sz="6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would reflect the essential ministry of </a:t>
            </a:r>
            <a:r>
              <a:rPr lang="en-US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God incarnate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469706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154547"/>
            <a:ext cx="9601196" cy="489398"/>
          </a:xfrm>
        </p:spPr>
        <p:txBody>
          <a:bodyPr>
            <a:noAutofit/>
          </a:bodyPr>
          <a:lstStyle/>
          <a:p>
            <a:pPr algn="l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580" y="643945"/>
            <a:ext cx="11101589" cy="5587037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more a person becomes close to Jesus the name changes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John 9:1-2, 6-15 – the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Disciples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Rabbi – Teacher = Who sinned?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Religious leaders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This man not from God – Heals on Sabbath Vv. 13 -34 -  </a:t>
            </a:r>
            <a:r>
              <a:rPr lang="en-US" sz="40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Prophet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Parents’ testimony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Vv. 35 – 41 – Jesus – </a:t>
            </a:r>
            <a:r>
              <a:rPr lang="en-US" sz="40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‘</a:t>
            </a:r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Kurios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879782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580" y="180305"/>
            <a:ext cx="10908406" cy="837126"/>
          </a:xfrm>
        </p:spPr>
        <p:txBody>
          <a:bodyPr>
            <a:normAutofit fontScale="90000"/>
          </a:bodyPr>
          <a:lstStyle/>
          <a:p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Names of Jesus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988" y="927279"/>
            <a:ext cx="11101589" cy="604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11244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651" y="561703"/>
            <a:ext cx="10611456" cy="1627705"/>
          </a:xfrm>
        </p:spPr>
        <p:txBody>
          <a:bodyPr>
            <a:no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LORD – used after the Resurrection</a:t>
            </a:r>
            <a:endParaRPr lang="en-US" sz="5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30" y="2086376"/>
            <a:ext cx="11090364" cy="4082604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Matthew; Mark &amp; Luke – uses LORD throughout their Gospels</a:t>
            </a:r>
          </a:p>
          <a:p>
            <a:pPr marL="0" indent="0" algn="just">
              <a:buNone/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42534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702" y="335328"/>
            <a:ext cx="10882648" cy="875286"/>
          </a:xfrm>
        </p:spPr>
        <p:txBody>
          <a:bodyPr>
            <a:normAutofit fontScale="90000"/>
          </a:bodyPr>
          <a:lstStyle/>
          <a:p>
            <a:pPr algn="l"/>
            <a:r>
              <a:rPr lang="en-US" sz="54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Paul – used LORD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701" y="1210614"/>
            <a:ext cx="10882648" cy="5046495"/>
          </a:xfrm>
        </p:spPr>
        <p:txBody>
          <a:bodyPr>
            <a:noAutofit/>
          </a:bodyPr>
          <a:lstStyle/>
          <a:p>
            <a:pPr indent="-571500"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Philippian 2:5 - 11 – </a:t>
            </a:r>
            <a:r>
              <a:rPr lang="en-US" sz="4400" b="1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Cross</a:t>
            </a:r>
            <a:r>
              <a:rPr lang="en-US" sz="44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sz="4400" b="1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Throne</a:t>
            </a:r>
          </a:p>
          <a:p>
            <a:pPr indent="-571500"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Eternal God </a:t>
            </a:r>
          </a:p>
          <a:p>
            <a:pPr indent="-571500"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Relinquished then Incarnated – Became Man</a:t>
            </a:r>
          </a:p>
          <a:p>
            <a:pPr indent="-571500" algn="just">
              <a:buFont typeface="Wingdings" panose="05000000000000000000" pitchFamily="2" charset="2"/>
              <a:buChar char="q"/>
            </a:pPr>
            <a:r>
              <a:rPr lang="en-US" sz="4800" b="1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Gave up His voluntary use of divine attributes</a:t>
            </a:r>
          </a:p>
          <a:p>
            <a:pPr indent="-571500"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Knew no sin Had no sin -</a:t>
            </a:r>
            <a:endParaRPr lang="en-US" sz="4400" dirty="0">
              <a:solidFill>
                <a:srgbClr val="444444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114482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70" y="167425"/>
            <a:ext cx="11269015" cy="1184857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sz="4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Incarnate - Cross </a:t>
            </a: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 of Death</a:t>
            </a:r>
            <a:b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70" y="1056068"/>
            <a:ext cx="11050074" cy="504851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Greek world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Lord – meant 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Authority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Rome is divine – provided security &amp; unity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Dead emperors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living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were 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worshipped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Roman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Empire - Caesar is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Lord –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Caesar Worship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Christians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would not WORSHIP 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Caesar BUT God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they chose to die –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James &amp; 1 Peter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878681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8540" y="270456"/>
            <a:ext cx="9601196" cy="798490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1" y="978794"/>
            <a:ext cx="11220993" cy="5267460"/>
          </a:xfrm>
        </p:spPr>
        <p:txBody>
          <a:bodyPr>
            <a:noAutofit/>
          </a:bodyPr>
          <a:lstStyle/>
          <a:p>
            <a:pPr algn="just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confess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Jesus Christ as Lord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Kurios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 algn="just">
              <a:buFont typeface="+mj-lt"/>
              <a:buAutoNum type="arabicPeriod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AFFIRM OUR ALLEGIANCE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Christ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alone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 algn="just">
              <a:buFont typeface="+mj-lt"/>
              <a:buAutoNum type="arabicPeriod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BOW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Christ’s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 algn="just">
              <a:buFont typeface="+mj-lt"/>
              <a:buAutoNum type="arabicPeriod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we are, all we have, and all we hope to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to Him Alone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 algn="just">
              <a:buFont typeface="+mj-lt"/>
              <a:buAutoNum type="arabicPeriod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DETHRONE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own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ways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5094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14597</TotalTime>
  <Words>513</Words>
  <Application>Microsoft Office PowerPoint</Application>
  <PresentationFormat>Widescreen</PresentationFormat>
  <Paragraphs>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Garamond</vt:lpstr>
      <vt:lpstr>Times New Roman</vt:lpstr>
      <vt:lpstr>Wingdings</vt:lpstr>
      <vt:lpstr>Organic</vt:lpstr>
      <vt:lpstr>AIC EGERTON CHAPEL</vt:lpstr>
      <vt:lpstr>    ISAIAH 7:14; 9:6 JOHN 9:1-12    </vt:lpstr>
      <vt:lpstr>HIS NAME IS</vt:lpstr>
      <vt:lpstr>INTRODUCTION</vt:lpstr>
      <vt:lpstr>God placed Significance on Names</vt:lpstr>
      <vt:lpstr>Cont’d</vt:lpstr>
      <vt:lpstr>       </vt:lpstr>
      <vt:lpstr>Names were given only by People of Authority – appointed to a position, function or relationship – Hope or Prophesy </vt:lpstr>
      <vt:lpstr>ISAIAH 7:14 ; 9:6</vt:lpstr>
      <vt:lpstr> </vt:lpstr>
      <vt:lpstr>Matt. 1:16-23 – ‘by whom’ Feminine singular</vt:lpstr>
      <vt:lpstr>Cont’d</vt:lpstr>
      <vt:lpstr>Names of Jesus</vt:lpstr>
      <vt:lpstr>LORD – used after the Resurrection</vt:lpstr>
      <vt:lpstr>Paul – used LORD</vt:lpstr>
      <vt:lpstr> Incarnate - Cross kind of Death 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 EGERTON CHAPEL</dc:title>
  <dc:creator>Hp</dc:creator>
  <cp:lastModifiedBy>Hp</cp:lastModifiedBy>
  <cp:revision>351</cp:revision>
  <dcterms:created xsi:type="dcterms:W3CDTF">2024-06-23T04:26:32Z</dcterms:created>
  <dcterms:modified xsi:type="dcterms:W3CDTF">2024-11-10T04:14:19Z</dcterms:modified>
</cp:coreProperties>
</file>