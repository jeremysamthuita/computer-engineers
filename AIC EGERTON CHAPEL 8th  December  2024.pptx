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48" r:id="rId4"/>
    <p:sldId id="340" r:id="rId5"/>
    <p:sldId id="301" r:id="rId6"/>
    <p:sldId id="345" r:id="rId7"/>
    <p:sldId id="325" r:id="rId8"/>
    <p:sldId id="317" r:id="rId9"/>
    <p:sldId id="349" r:id="rId10"/>
    <p:sldId id="350" r:id="rId11"/>
    <p:sldId id="344" r:id="rId12"/>
    <p:sldId id="338" r:id="rId13"/>
    <p:sldId id="327" r:id="rId14"/>
    <p:sldId id="303" r:id="rId15"/>
    <p:sldId id="347" r:id="rId16"/>
    <p:sldId id="351" r:id="rId17"/>
    <p:sldId id="30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07-Dec-24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07-Dec-24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8.12. 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Corinthians 9:15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1:1-14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50762"/>
            <a:ext cx="10089522" cy="1017430"/>
          </a:xfrm>
        </p:spPr>
        <p:txBody>
          <a:bodyPr>
            <a:normAutofit fontScale="90000"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Corinthians 9:15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854" y="1635617"/>
            <a:ext cx="10753859" cy="4636394"/>
          </a:xfrm>
        </p:spPr>
        <p:txBody>
          <a:bodyPr>
            <a:norm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Living Translation</a:t>
            </a:r>
            <a:r>
              <a:rPr 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Thank God for this gift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wonderful for words</a:t>
            </a:r>
            <a:r>
              <a:rPr 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King James Bible</a:t>
            </a:r>
            <a:r>
              <a:rPr 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Thanks be unto God for his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unspeakable gift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Good News Translation</a:t>
            </a:r>
            <a:r>
              <a:rPr 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Let us thank God for his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priceless gift</a:t>
            </a:r>
            <a:r>
              <a:rPr 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59289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74766"/>
            <a:ext cx="9601196" cy="1711233"/>
          </a:xfrm>
        </p:spPr>
        <p:txBody>
          <a:bodyPr>
            <a:normAutofit/>
          </a:bodyPr>
          <a:lstStyle/>
          <a:p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NAME IS</a:t>
            </a:r>
            <a:endParaRPr lang="en-US" sz="8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4" y="2021983"/>
            <a:ext cx="10959736" cy="3853885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WONDERFUL:  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God’s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Indescribable Gift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67711616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09094"/>
            <a:ext cx="9601196" cy="914399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107583"/>
            <a:ext cx="11101589" cy="5164428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Christmas, people search for </a:t>
            </a:r>
            <a:r>
              <a:rPr lang="en-US" sz="37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perfect gifts 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first Christmas, God gave us a perfect gift </a:t>
            </a:r>
            <a:r>
              <a:rPr lang="en-US" sz="37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wrapped in the frame of a baby - His only Son</a:t>
            </a:r>
            <a:r>
              <a:rPr lang="en-US" sz="3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night, God sent angels to </a:t>
            </a:r>
            <a:r>
              <a:rPr lang="en-US" sz="37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a heavenly birth announcement</a:t>
            </a:r>
            <a:r>
              <a:rPr lang="en-US" sz="3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some </a:t>
            </a:r>
            <a:r>
              <a:rPr lang="en-US" sz="3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astonished shepherds</a:t>
            </a:r>
            <a:r>
              <a:rPr lang="en-US" sz="3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exhausted parents </a:t>
            </a:r>
            <a:r>
              <a:rPr lang="en-US" sz="3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 an animal shelter and laid in a feeding trough - Manger (Luke 2:7).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28034"/>
            <a:ext cx="9601196" cy="875763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God’s Indescribable Gift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5" y="1403797"/>
            <a:ext cx="10831132" cy="463639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 the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Jesus, reflecting on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Birth, Life, Death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Resurrection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GIFTS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Grace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9329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470264"/>
            <a:ext cx="10844011" cy="740350"/>
          </a:xfrm>
        </p:spPr>
        <p:txBody>
          <a:bodyPr>
            <a:noAutofit/>
          </a:bodyPr>
          <a:lstStyle/>
          <a:p>
            <a:pPr lvl="0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1:1, 14, 16–17;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8:3–11 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2" y="1429555"/>
            <a:ext cx="10998557" cy="463639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God’s Son Became Human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the Word? 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apostle John unveiled His identity as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Jesus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specifically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Messiah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whom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the Baptizer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pointed (John 1:6–9, 15, 29–34). 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it mean that “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Word became human and made his home among us”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(1:14)?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29591307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023" y="548640"/>
            <a:ext cx="10759256" cy="1280159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1" y="548640"/>
            <a:ext cx="10998558" cy="5636322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God 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connected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Doctrine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of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Incarnation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with the birth of 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Jesus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Do not think that Jesus began at 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Bethlehem or when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He was conceived in the womb. That’s when He became a human. </a:t>
            </a:r>
            <a:endParaRPr lang="en-US" sz="3600" b="1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He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has always existed. Being deity, there has never been a time He did not exist. 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Pharisees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could never grasp. . . . </a:t>
            </a:r>
            <a:endParaRPr lang="en-US" sz="3600" b="1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The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miracle of the Holy Spirit’s work in Mary’s womb. 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457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89398"/>
            <a:ext cx="9601196" cy="61818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1107583"/>
            <a:ext cx="10895527" cy="4997003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beginning the Word already existed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(John 1:1).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Jesus Himself declared His preexistence: “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Abraham was even born, I AM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!” (8:58).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He affirmed His true origins: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have come down from heaven”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(6:38).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81473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4636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1184855"/>
            <a:ext cx="10947042" cy="484245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the Baptizer, who was born before Jesus, testified to Jesus’ eternal nature: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 existed long before me”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(1:15).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eternity past, Jesus as the Son of God communed in perfect harmony with His Father and the Holy Spirit. This is the mystery of the Trinity: Father, Son, and Holy Spirit—three in one.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Coequal, coexistent, and coeternal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8415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99246"/>
            <a:ext cx="9601196" cy="4765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96" y="875764"/>
            <a:ext cx="10895527" cy="5190185"/>
          </a:xfrm>
        </p:spPr>
        <p:txBody>
          <a:bodyPr>
            <a:noAutofit/>
          </a:bodyPr>
          <a:lstStyle/>
          <a:p>
            <a:pPr marL="571500" marR="0" indent="-857250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did God give us His Son? </a:t>
            </a:r>
            <a:endParaRPr lang="en-US" sz="6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857250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reason was to channel His grace to the world. </a:t>
            </a:r>
            <a:endParaRPr lang="en-US" sz="6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857250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Through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Jesus, we have all received “grace upon grace” (John 1:16 NASB). </a:t>
            </a:r>
            <a:endParaRPr lang="en-US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363944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490" y="540914"/>
            <a:ext cx="10945019" cy="1004552"/>
          </a:xfrm>
        </p:spPr>
        <p:txBody>
          <a:bodyPr>
            <a:noAutofit/>
          </a:bodyPr>
          <a:lstStyle/>
          <a:p>
            <a:r>
              <a:rPr lang="en-US" sz="6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John </a:t>
            </a:r>
            <a:r>
              <a:rPr lang="en-US" sz="6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1:16</a:t>
            </a:r>
            <a:endParaRPr lang="en-US" sz="6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545466"/>
            <a:ext cx="11090366" cy="4515700"/>
          </a:xfrm>
        </p:spPr>
        <p:txBody>
          <a:bodyPr>
            <a:normAutofit fontScale="85000" lnSpcReduction="20000"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72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Did you notice the word grace appearing several times? It’s a significant theme in John’s gospel. Let’s look closer at the meaning of grace.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82929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069" y="515156"/>
            <a:ext cx="10470523" cy="734096"/>
          </a:xfrm>
        </p:spPr>
        <p:txBody>
          <a:bodyPr>
            <a:noAutofit/>
          </a:bodyPr>
          <a:lstStyle/>
          <a:p>
            <a:r>
              <a:rPr lang="en-US" sz="6600" b="1" dirty="0" smtClean="0"/>
              <a:t>Cont’d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6" y="1249252"/>
            <a:ext cx="10895526" cy="510003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you notice in John 1:16 the contrast between Jesus and Moses? Grace upon grace came through Jesus, but law upon law (so to speak) came through Moses. 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35612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9452"/>
            <a:ext cx="9601196" cy="9535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sz="7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746975"/>
            <a:ext cx="11038114" cy="5275001"/>
          </a:xfrm>
        </p:spPr>
        <p:txBody>
          <a:bodyPr>
            <a:noAutofit/>
          </a:bodyPr>
          <a:lstStyle/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Jesus’ gentle nature attracted weary people burdened by </a:t>
            </a:r>
            <a:r>
              <a:rPr lang="en-US" sz="60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legalism - Matt. 11:28 </a:t>
            </a:r>
          </a:p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 </a:t>
            </a:r>
            <a:r>
              <a:rPr lang="en-US" sz="60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arms of grace drew crowds of overburdened people.</a:t>
            </a:r>
            <a:endParaRPr lang="en-US" sz="6000" b="1" dirty="0" smtClean="0">
              <a:solidFill>
                <a:srgbClr val="0A0A0A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6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794" y="592429"/>
            <a:ext cx="10341736" cy="63106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50" y="1223493"/>
            <a:ext cx="11037194" cy="4829577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nstead of chaining us </a:t>
            </a:r>
            <a:r>
              <a:rPr lang="en-US" sz="5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religion,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Jesus invites us to walk with Him forever </a:t>
            </a:r>
            <a:r>
              <a:rPr lang="en-US" sz="5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grace. </a:t>
            </a:r>
            <a:endParaRPr lang="en-US" sz="5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His grace we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His love, forgiveness, and acceptance, and we live out His grace through our gracious acts to others.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640050260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89398"/>
            <a:ext cx="9601196" cy="5409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2" y="1030310"/>
            <a:ext cx="10895526" cy="515154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often touched the unclean.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welcomed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sinners. He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 with them.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with those suffering from leprosy. Not only did He touch them, He cleansed them and welcomed them back. He even stayed in their homes.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dined with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tax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collectors. . . 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 the mold because He was a man of grace. </a:t>
            </a:r>
          </a:p>
        </p:txBody>
      </p:sp>
    </p:spTree>
    <p:extLst>
      <p:ext uri="{BB962C8B-B14F-4D97-AF65-F5344CB8AC3E}">
        <p14:creationId xmlns:p14="http://schemas.microsoft.com/office/powerpoint/2010/main" val="2707669183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1" y="978794"/>
            <a:ext cx="11220993" cy="5267460"/>
          </a:xfrm>
        </p:spPr>
        <p:txBody>
          <a:bodyPr>
            <a:noAutofit/>
          </a:bodyPr>
          <a:lstStyle/>
          <a:p>
            <a:pPr algn="ctr"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God’s Indescribable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Gift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need to receive His grace this Christmas?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 for His gift of grace, and ask Him for help to pass His grace to others.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15303</TotalTime>
  <Words>700</Words>
  <Application>Microsoft Office PowerPoint</Application>
  <PresentationFormat>Widescreen</PresentationFormat>
  <Paragraphs>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 2 Corinthians 9:15 ; John 1:1-14   </vt:lpstr>
      <vt:lpstr>2 Corinthians 9:15</vt:lpstr>
      <vt:lpstr>HIS NAME IS</vt:lpstr>
      <vt:lpstr>INTRODUCTION</vt:lpstr>
      <vt:lpstr>This God’s Indescribable Gift</vt:lpstr>
      <vt:lpstr>John 1:1, 14, 16–17; 8:3–11 </vt:lpstr>
      <vt:lpstr>       </vt:lpstr>
      <vt:lpstr>Cont’d</vt:lpstr>
      <vt:lpstr>Cont’d</vt:lpstr>
      <vt:lpstr>Cont’d</vt:lpstr>
      <vt:lpstr>John 1:16</vt:lpstr>
      <vt:lpstr>Cont’d</vt:lpstr>
      <vt:lpstr> </vt:lpstr>
      <vt:lpstr>Cont’d</vt:lpstr>
      <vt:lpstr>Cont’d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383</cp:revision>
  <dcterms:created xsi:type="dcterms:W3CDTF">2024-06-23T04:26:32Z</dcterms:created>
  <dcterms:modified xsi:type="dcterms:W3CDTF">2024-12-08T03:57:32Z</dcterms:modified>
</cp:coreProperties>
</file>