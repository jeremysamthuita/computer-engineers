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46" r:id="rId4"/>
    <p:sldId id="340" r:id="rId5"/>
    <p:sldId id="301" r:id="rId6"/>
    <p:sldId id="345" r:id="rId7"/>
    <p:sldId id="325" r:id="rId8"/>
    <p:sldId id="326" r:id="rId9"/>
    <p:sldId id="317" r:id="rId10"/>
    <p:sldId id="344" r:id="rId11"/>
    <p:sldId id="338" r:id="rId12"/>
    <p:sldId id="327" r:id="rId13"/>
    <p:sldId id="303" r:id="rId14"/>
    <p:sldId id="347" r:id="rId15"/>
    <p:sldId id="341" r:id="rId16"/>
    <p:sldId id="30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16-Nov-24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16-Nov-24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17.11</a:t>
            </a: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2024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EZEKIEL </a:t>
            </a:r>
            <a:r>
              <a:rPr lang="en-US" sz="10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1:10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0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REVELATION 4:7 </a:t>
            </a: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85" y="605308"/>
            <a:ext cx="10522039" cy="850005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confess Jesus Christ as Lord (</a:t>
            </a:r>
            <a:r>
              <a:rPr lang="en-US" i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Kurios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86" y="1455313"/>
            <a:ext cx="10985679" cy="4610636"/>
          </a:xfrm>
        </p:spPr>
        <p:txBody>
          <a:bodyPr>
            <a:normAutofit/>
          </a:bodyPr>
          <a:lstStyle/>
          <a:p>
            <a:pPr marL="742950" lvl="0" indent="-742950" algn="just">
              <a:buClr>
                <a:srgbClr val="AB946B"/>
              </a:buClr>
              <a:buFont typeface="+mj-lt"/>
              <a:buAutoNum type="arabicPeriod"/>
            </a:pPr>
            <a:r>
              <a:rPr lang="en-US" sz="40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AFFIRM OUR ALLEGIANCE 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Christ alone</a:t>
            </a:r>
          </a:p>
          <a:p>
            <a:pPr marL="742950" lvl="0" indent="-742950" algn="just">
              <a:buClr>
                <a:srgbClr val="AB946B"/>
              </a:buClr>
              <a:buFont typeface="+mj-lt"/>
              <a:buAutoNum type="arabicPeriod"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Christ’s Authority</a:t>
            </a:r>
          </a:p>
          <a:p>
            <a:pPr marL="742950" lvl="0" indent="-742950" algn="just">
              <a:buClr>
                <a:srgbClr val="AB946B"/>
              </a:buClr>
              <a:buFont typeface="+mj-lt"/>
              <a:buAutoNum type="arabicPeriod"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we are, all we have, and all we hope to be to Him Alone</a:t>
            </a:r>
          </a:p>
          <a:p>
            <a:pPr marL="742950" lvl="0" indent="-742950" algn="just">
              <a:buClr>
                <a:srgbClr val="AB946B"/>
              </a:buClr>
              <a:buFont typeface="+mj-lt"/>
              <a:buAutoNum type="arabicPeriod"/>
            </a:pP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DETHRONE</a:t>
            </a:r>
            <a:r>
              <a:rPr 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our own ways and </a:t>
            </a:r>
            <a:r>
              <a:rPr lang="en-US" sz="40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34261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74766"/>
            <a:ext cx="9601196" cy="1711233"/>
          </a:xfrm>
        </p:spPr>
        <p:txBody>
          <a:bodyPr>
            <a:norm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 NAME IS</a:t>
            </a:r>
            <a:endParaRPr lang="en-US" sz="8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2021983"/>
            <a:ext cx="10959736" cy="38538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WONDERFUL:  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Titles—Same Savior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09094"/>
            <a:ext cx="9601196" cy="914399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107583"/>
            <a:ext cx="11101589" cy="516442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there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Gospels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just one? </a:t>
            </a: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the Lord lead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Evangelists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varied backgrounds to sit down and write of the Lord Jesus Christ? </a:t>
            </a:r>
            <a:endParaRPr lang="en-US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that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might have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Wonderful Perspectives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Savior. 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28034"/>
            <a:ext cx="9601196" cy="875763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 were these Evangelists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1403797"/>
            <a:ext cx="10831132" cy="447207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Matthew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Tax Collector - Jew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Peter’s Companion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Luke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Medical Doctor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Beloved Disciple of Jesus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9329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470264"/>
            <a:ext cx="10844011" cy="74035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Ezekiel 1:10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Revelation 4:7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326524"/>
            <a:ext cx="10831132" cy="470078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5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Four-faced Creature </a:t>
            </a: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was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fourfold portrait of the Lord Jesus Christ </a:t>
            </a:r>
            <a:endParaRPr lang="en-US" sz="5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faces </a:t>
            </a:r>
            <a:r>
              <a:rPr lang="en-US" sz="5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5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Lion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Ox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5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Man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5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Eagle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125" y="509451"/>
            <a:ext cx="10720587" cy="431075"/>
          </a:xfrm>
        </p:spPr>
        <p:txBody>
          <a:bodyPr>
            <a:noAutofit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940526"/>
            <a:ext cx="10998558" cy="5254212"/>
          </a:xfrm>
        </p:spPr>
        <p:txBody>
          <a:bodyPr>
            <a:noAutofit/>
          </a:bodyPr>
          <a:lstStyle/>
          <a:p>
            <a:pPr marL="0" lvl="0" indent="0" algn="just">
              <a:buClr>
                <a:srgbClr val="AB946B"/>
              </a:buClr>
              <a:buNone/>
            </a:pP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endParaRPr lang="en-US" sz="7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42" y="631066"/>
            <a:ext cx="4353059" cy="1918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65" y="631067"/>
            <a:ext cx="4481847" cy="19189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125" y="2550019"/>
            <a:ext cx="4963731" cy="875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MATTHEW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-LIONLIKE – JEWS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dirty="0" smtClean="0"/>
              <a:t>the </a:t>
            </a:r>
            <a:r>
              <a:rPr lang="en-US" sz="3200" dirty="0"/>
              <a:t>Great King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31865" y="2550019"/>
            <a:ext cx="4481847" cy="984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LUKE - MANLIKE – GREEKS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Son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5" y="3606452"/>
            <a:ext cx="4757669" cy="22788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954" y="3721995"/>
            <a:ext cx="4468970" cy="20348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3792" y="6091707"/>
            <a:ext cx="520306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- OXLIKE – ROMANS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/>
              <a:t>Faithful   SERVANT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31865" y="5756857"/>
            <a:ext cx="4481847" cy="11011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- EAGLELIKE – WORLD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made flesh,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721435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023" y="548640"/>
            <a:ext cx="10759256" cy="1280159"/>
          </a:xfrm>
        </p:spPr>
        <p:txBody>
          <a:bodyPr>
            <a:normAutofit fontScale="90000"/>
          </a:bodyPr>
          <a:lstStyle/>
          <a:p>
            <a:pPr algn="l"/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21" y="548640"/>
            <a:ext cx="10998558" cy="5636322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All Evangelists recognized Him to be ELOHIM – All Powerful – Miracles; Sinless life; Defeated Sin &amp; Death</a:t>
            </a:r>
            <a:endParaRPr lang="en-US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45733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79550"/>
            <a:ext cx="9601196" cy="4507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96" y="1030310"/>
            <a:ext cx="10895527" cy="5035639"/>
          </a:xfrm>
        </p:spPr>
        <p:txBody>
          <a:bodyPr>
            <a:no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Matthew, Christ is the Son of David, the Son of Abraham. But in all Four Gospels </a:t>
            </a:r>
            <a:r>
              <a:rPr lang="en-US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is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King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Servant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Perfect Man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the </a:t>
            </a:r>
            <a:r>
              <a:rPr lang="en-US" sz="60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Eternal </a:t>
            </a:r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God</a:t>
            </a:r>
            <a:endParaRPr lang="en-US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363944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490" y="540914"/>
            <a:ext cx="10945019" cy="1004552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Matthew’s Gospel – 21:5 </a:t>
            </a:r>
            <a:endParaRPr lang="en-US" sz="6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545466"/>
            <a:ext cx="11090366" cy="4515700"/>
          </a:xfrm>
        </p:spPr>
        <p:txBody>
          <a:bodyPr>
            <a:normAutofit fontScale="85000" lnSpcReduction="20000"/>
          </a:bodyPr>
          <a:lstStyle/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72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Jesus is a Jew – Long Awaited Messiah – Fulfilment of O.T Prophecies</a:t>
            </a:r>
            <a:endParaRPr lang="en-US" sz="7200" b="1" dirty="0" smtClean="0">
              <a:solidFill>
                <a:srgbClr val="0A0A0A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-5715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72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Family Tree 1:1, 6 –       Gen. 12; 2Sam 7:8-16</a:t>
            </a:r>
            <a:endParaRPr lang="en-US" sz="7200" b="1" dirty="0" smtClean="0">
              <a:solidFill>
                <a:srgbClr val="0A0A0A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82929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069" y="515156"/>
            <a:ext cx="10470523" cy="734096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Mark 10:45 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6" y="1249252"/>
            <a:ext cx="10895526" cy="510003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Faithful Servant – Different from the Gentile rulers who Lord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just high &amp; exalted but has come among us to Serve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35612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09452"/>
            <a:ext cx="9601196" cy="9535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sz="7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746975"/>
            <a:ext cx="11038114" cy="5275001"/>
          </a:xfrm>
        </p:spPr>
        <p:txBody>
          <a:bodyPr>
            <a:noAutofit/>
          </a:bodyPr>
          <a:lstStyle/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Luke 19:10 – Perfect Man</a:t>
            </a:r>
          </a:p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Genealogy – 3:38 – Adam</a:t>
            </a:r>
          </a:p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Daniel 7:13- 14 – Son of Man</a:t>
            </a:r>
          </a:p>
          <a:p>
            <a:pPr marL="400050" marR="0" indent="-6858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6000" b="1" dirty="0" smtClean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Human Interest </a:t>
            </a:r>
            <a:endParaRPr lang="en-US" sz="6000" b="1" dirty="0" smtClean="0">
              <a:solidFill>
                <a:srgbClr val="0A0A0A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654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794" y="592429"/>
            <a:ext cx="10341736" cy="1081826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– The Divine Son of God 20:30-31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4" y="1571223"/>
            <a:ext cx="10869769" cy="448184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Matt. Mark Luke –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Earthly Perspective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Humanity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John –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Heavenly Perspective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Divinity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1:1-14 - Yahweh – IAM – Exod. 3:14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Believe and have life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50260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580" y="180305"/>
            <a:ext cx="10908406" cy="837126"/>
          </a:xfrm>
        </p:spPr>
        <p:txBody>
          <a:bodyPr>
            <a:normAutofit fontScale="90000"/>
          </a:bodyPr>
          <a:lstStyle/>
          <a:p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Names of Jesus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988" y="927279"/>
            <a:ext cx="11101589" cy="604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11244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1" y="978794"/>
            <a:ext cx="11220993" cy="5267460"/>
          </a:xfrm>
        </p:spPr>
        <p:txBody>
          <a:bodyPr>
            <a:noAutofit/>
          </a:bodyPr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Titles – Same </a:t>
            </a:r>
            <a:r>
              <a:rPr lang="en-US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Saviour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Teaches us that: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Have Role to Fill</a:t>
            </a: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Font typeface="+mj-lt"/>
              <a:buAutoNum type="arabicPeriod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wants to use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of our roles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cause others to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believe – Consistency, service, compassion, Believe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14838</TotalTime>
  <Words>400</Words>
  <Application>Microsoft Office PowerPoint</Application>
  <PresentationFormat>Widescreen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EZEKIEL 1:10 ; REVELATION 4:7    </vt:lpstr>
      <vt:lpstr> When we confess Jesus Christ as Lord (Kurios) </vt:lpstr>
      <vt:lpstr>HIS NAME IS</vt:lpstr>
      <vt:lpstr>INTRODUCTION</vt:lpstr>
      <vt:lpstr>Who were these Evangelists</vt:lpstr>
      <vt:lpstr>Ezekiel 1:10 &amp; Revelation 4:7</vt:lpstr>
      <vt:lpstr>Cont’d</vt:lpstr>
      <vt:lpstr>       </vt:lpstr>
      <vt:lpstr>Cont’d</vt:lpstr>
      <vt:lpstr>Matthew’s Gospel – 21:5 </vt:lpstr>
      <vt:lpstr>Mark 10:45 </vt:lpstr>
      <vt:lpstr> </vt:lpstr>
      <vt:lpstr>John – The Divine Son of God 20:30-31</vt:lpstr>
      <vt:lpstr>Names of Jesus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371</cp:revision>
  <dcterms:created xsi:type="dcterms:W3CDTF">2024-06-23T04:26:32Z</dcterms:created>
  <dcterms:modified xsi:type="dcterms:W3CDTF">2024-11-16T19:07:11Z</dcterms:modified>
</cp:coreProperties>
</file>