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70" r:id="rId4"/>
    <p:sldId id="371" r:id="rId5"/>
    <p:sldId id="386" r:id="rId6"/>
    <p:sldId id="383" r:id="rId7"/>
    <p:sldId id="352" r:id="rId8"/>
    <p:sldId id="340" r:id="rId9"/>
    <p:sldId id="301" r:id="rId10"/>
    <p:sldId id="345" r:id="rId11"/>
    <p:sldId id="384" r:id="rId12"/>
    <p:sldId id="385" r:id="rId13"/>
    <p:sldId id="372" r:id="rId14"/>
    <p:sldId id="361" r:id="rId15"/>
    <p:sldId id="363" r:id="rId16"/>
    <p:sldId id="387" r:id="rId17"/>
    <p:sldId id="388" r:id="rId18"/>
    <p:sldId id="390" r:id="rId19"/>
    <p:sldId id="391" r:id="rId20"/>
    <p:sldId id="389" r:id="rId21"/>
    <p:sldId id="36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18-Jan-25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18-Jan-25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19.01. 2025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ROMANS 5:1 - 5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656823"/>
            <a:ext cx="10908405" cy="5447763"/>
          </a:xfrm>
        </p:spPr>
        <p:txBody>
          <a:bodyPr>
            <a:normAutofit fontScale="90000"/>
          </a:bodyPr>
          <a:lstStyle/>
          <a:p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107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Rooted</a:t>
            </a:r>
            <a:r>
              <a:rPr lang="en-US" sz="10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</a:t>
            </a:r>
            <a:r>
              <a:rPr lang="en-US" sz="10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With God</a:t>
            </a:r>
            <a:r>
              <a:rPr lang="en-US" sz="10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9045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91319"/>
            <a:ext cx="9601196" cy="791571"/>
          </a:xfrm>
        </p:spPr>
        <p:txBody>
          <a:bodyPr>
            <a:normAutofit fontScale="90000"/>
          </a:bodyPr>
          <a:lstStyle/>
          <a:p>
            <a:r>
              <a:rPr lang="en-US" sz="8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206" y="1514901"/>
            <a:ext cx="11068334" cy="4626591"/>
          </a:xfrm>
        </p:spPr>
        <p:txBody>
          <a:bodyPr>
            <a:normAutofit fontScale="85000" lnSpcReduction="1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Scott Peck wrote a book “</a:t>
            </a:r>
            <a:r>
              <a:rPr lang="en-US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Road Less </a:t>
            </a:r>
            <a:r>
              <a:rPr lang="en-US" sz="8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Traveled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three words in the book </a:t>
            </a:r>
            <a:r>
              <a:rPr lang="en-US" sz="8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r>
              <a:rPr lang="en-US" sz="85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8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</a:t>
            </a:r>
            <a:r>
              <a:rPr lang="en-US" sz="8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difficult.”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7665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18616"/>
            <a:ext cx="9601196" cy="750626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don’t know the person who said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036" y="1269243"/>
            <a:ext cx="10918209" cy="4913194"/>
          </a:xfrm>
        </p:spPr>
        <p:txBody>
          <a:bodyPr>
            <a:normAutofit lnSpcReduction="1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“People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become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BITTER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 they become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. This is True</a:t>
            </a: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become bitter or better as we go through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UPS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DOWNS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life. </a:t>
            </a:r>
            <a:endParaRPr lang="en-US" sz="36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Life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 plenty of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UPS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DOWNS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We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don’t have any choice about that. </a:t>
            </a:r>
            <a:endParaRPr lang="en-US" sz="36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do have a choice about how we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RESPOND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those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UPS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DOWNS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8957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54843"/>
            <a:ext cx="9601196" cy="6960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914401"/>
            <a:ext cx="10972800" cy="562287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saddest words in all the English language are </a:t>
            </a:r>
            <a:r>
              <a:rPr lang="en-US" sz="6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Hope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’’!!!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there is one thing we need today it’s 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92204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37883"/>
            <a:ext cx="9601196" cy="476518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60" y="914401"/>
            <a:ext cx="10921284" cy="558943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WW2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Sir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Winston Churchill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gave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people of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England saying:</a:t>
            </a:r>
          </a:p>
        </p:txBody>
      </p:sp>
    </p:spTree>
    <p:extLst>
      <p:ext uri="{BB962C8B-B14F-4D97-AF65-F5344CB8AC3E}">
        <p14:creationId xmlns:p14="http://schemas.microsoft.com/office/powerpoint/2010/main" val="260206831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431" y="245660"/>
            <a:ext cx="10277341" cy="723331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818866"/>
            <a:ext cx="10959736" cy="603913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“Never give in, never give in, never, never, never, never in nothing, great or small, large or petty — never give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in’’ 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09094"/>
            <a:ext cx="9601196" cy="914399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107583"/>
            <a:ext cx="11101589" cy="5164428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Churchill</a:t>
            </a: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saying at that time was,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</a:t>
            </a:r>
            <a:r>
              <a:rPr lang="en-US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 give up your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975" y="327546"/>
            <a:ext cx="10831132" cy="545911"/>
          </a:xfrm>
        </p:spPr>
        <p:txBody>
          <a:bodyPr>
            <a:no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968991"/>
            <a:ext cx="10853622" cy="532877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Napoleon 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Bonaparte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this very unique statement to leaders when he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said: </a:t>
            </a: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“Leaders are dealers in </a:t>
            </a: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Hope”</a:t>
            </a:r>
            <a:endParaRPr lang="en-US" sz="7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9329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23082"/>
            <a:ext cx="9601196" cy="6277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88" y="1050877"/>
            <a:ext cx="10890913" cy="496778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Hope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so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important,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hope then?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Hope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something would happen. </a:t>
            </a:r>
            <a:endParaRPr lang="en-US" sz="7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4746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5911"/>
            <a:ext cx="9601196" cy="70968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Biblical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“Hope”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88" y="1255595"/>
            <a:ext cx="10904561" cy="496778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OT,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 the Psalms, there are many words that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 hope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‘shelter’ ‘rock’ ‘refuge’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God is our shelter – meaning that God shelters us. “God is our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rock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’;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 is our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refuge’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idea that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 is our hope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814479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386366"/>
            <a:ext cx="10050885" cy="965917"/>
          </a:xfrm>
        </p:spPr>
        <p:txBody>
          <a:bodyPr>
            <a:normAutofit fontScale="90000"/>
          </a:bodyPr>
          <a:lstStyle/>
          <a:p>
            <a:r>
              <a:rPr lang="en-US" sz="6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of Hope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352283"/>
            <a:ext cx="11088710" cy="4778061"/>
          </a:xfrm>
        </p:spPr>
        <p:txBody>
          <a:bodyPr>
            <a:normAutofit fontScale="850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5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 is </a:t>
            </a:r>
            <a:r>
              <a:rPr lang="en-US" sz="8500" b="1" dirty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 on </a:t>
            </a:r>
            <a:r>
              <a:rPr lang="en-US" sz="85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 </a:t>
            </a:r>
            <a:r>
              <a:rPr lang="en-US" sz="8500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Noah, Joseph, Moses, David, Simeon and Anna,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paralyzed man at the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pool, </a:t>
            </a:r>
            <a:r>
              <a:rPr lang="en-US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Mary and </a:t>
            </a:r>
            <a:r>
              <a:rPr lang="en-US" sz="8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Martha </a:t>
            </a:r>
            <a:r>
              <a:rPr lang="en-US" sz="8500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989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02277"/>
            <a:ext cx="9922097" cy="746974"/>
          </a:xfrm>
        </p:spPr>
        <p:txBody>
          <a:bodyPr>
            <a:no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1352283"/>
            <a:ext cx="10921283" cy="488109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Hope is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Serving God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Hope is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Walking with God</a:t>
            </a:r>
            <a:endParaRPr lang="en-US" sz="8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8675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6519"/>
            <a:ext cx="9601196" cy="5537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030310"/>
            <a:ext cx="11050073" cy="5306096"/>
          </a:xfrm>
        </p:spPr>
        <p:txBody>
          <a:bodyPr>
            <a:normAutofit fontScale="475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apostle </a:t>
            </a: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Paul’s life was characterized by HOPE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seen in the way he responded to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ups and downs by becoming better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accepted the thorn in his </a:t>
            </a:r>
            <a:r>
              <a:rPr lang="en-US" sz="7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flesh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-his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ailment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 praises </a:t>
            </a: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imprisoned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proclaiming the Christian faith; </a:t>
            </a:r>
            <a:endParaRPr lang="en-US" sz="72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to be content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whatever he had; </a:t>
            </a:r>
            <a:endParaRPr lang="en-US" sz="72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he awaited 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 </a:t>
            </a:r>
            <a:r>
              <a:rPr lang="en-US" sz="7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wrote letters encouraging fellow Christians</a:t>
            </a:r>
            <a:r>
              <a:rPr lang="en-US" sz="7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72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58839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7673"/>
            <a:ext cx="9601196" cy="668740"/>
          </a:xfrm>
        </p:spPr>
        <p:txBody>
          <a:bodyPr>
            <a:noAutofit/>
          </a:bodyPr>
          <a:lstStyle/>
          <a:p>
            <a:r>
              <a:rPr lang="en-US" sz="8800" dirty="0" smtClean="0"/>
              <a:t>Cont’d</a:t>
            </a:r>
            <a:endParaRPr lang="en-US" sz="8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44" y="1378425"/>
            <a:ext cx="10904561" cy="4776715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became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BETTER,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BITTER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he faced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8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his life. </a:t>
            </a:r>
          </a:p>
          <a:p>
            <a:pPr algn="just"/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46966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73207"/>
            <a:ext cx="9601196" cy="1160060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 </a:t>
            </a:r>
            <a:r>
              <a:rPr lang="en-US" sz="7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sz="7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0" y="1733267"/>
            <a:ext cx="10863618" cy="431269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 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Letter to the  Romans 5:1-5 gives us 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Counsel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confront the 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2025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66197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105" y="504968"/>
            <a:ext cx="10577014" cy="81886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Presents 2-sided Reality of Christian Life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740" y="1323833"/>
            <a:ext cx="10795379" cy="495413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(made right or declared not guilt) –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in Christ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Growing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Having the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Kings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having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Duties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 Slave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Christ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facing the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sin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enjoy the peace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we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still face daily problems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us grow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180959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4968"/>
            <a:ext cx="9601196" cy="68238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8" y="1473957"/>
            <a:ext cx="10945505" cy="4626591"/>
          </a:xfrm>
        </p:spPr>
        <p:txBody>
          <a:bodyPr>
            <a:normAutofit fontScale="92500" lnSpcReduction="1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his Letter to the Romans Chapter 5, Paul gives us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towards better</a:t>
            </a:r>
            <a:endParaRPr lang="en-US" sz="6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path that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 from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Suffering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 </a:t>
            </a:r>
            <a:endParaRPr lang="en-US" sz="6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819038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70" y="491319"/>
            <a:ext cx="10877266" cy="105087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Attitudes that follow our Being Justified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263" y="1433015"/>
            <a:ext cx="11245755" cy="4694829"/>
          </a:xfrm>
        </p:spPr>
        <p:txBody>
          <a:bodyPr>
            <a:normAutofit fontScale="85000" lnSpcReduction="10000"/>
          </a:bodyPr>
          <a:lstStyle/>
          <a:p>
            <a:pPr marL="914400" lvl="0" indent="-914400">
              <a:buClr>
                <a:srgbClr val="AB946B"/>
              </a:buClr>
              <a:buFont typeface="+mj-lt"/>
              <a:buAutoNum type="arabicPeriod"/>
            </a:pP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Rejoice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914400" lvl="0" indent="-914400">
              <a:buClr>
                <a:srgbClr val="AB946B"/>
              </a:buClr>
              <a:buFont typeface="+mj-lt"/>
              <a:buAutoNum type="arabicPeriod"/>
            </a:pP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Rejoice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builds Hope -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914400" lvl="0" indent="-914400">
              <a:buClr>
                <a:srgbClr val="AB946B"/>
              </a:buClr>
              <a:buFont typeface="+mj-lt"/>
              <a:buAutoNum type="arabicPeriod"/>
            </a:pP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Rejoice because t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disappoint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(Trinity involved) -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V.5 </a:t>
            </a:r>
            <a:endParaRPr lang="en-US" sz="60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414626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28034"/>
            <a:ext cx="9601196" cy="437881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965915"/>
            <a:ext cx="10947041" cy="5215944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Rooted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Our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With God</a:t>
            </a:r>
            <a:endParaRPr lang="en-US" sz="8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740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18777</TotalTime>
  <Words>582</Words>
  <Application>Microsoft Office PowerPoint</Application>
  <PresentationFormat>Widescreen</PresentationFormat>
  <Paragraphs>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ROMANS 5:1 - 5  </vt:lpstr>
      <vt:lpstr>  Our HOPE  Rooted  in Our Relationship With God </vt:lpstr>
      <vt:lpstr>INTRODUCTION</vt:lpstr>
      <vt:lpstr>I don’t know the person who said</vt:lpstr>
      <vt:lpstr>Cont’d</vt:lpstr>
      <vt:lpstr>Cont’d</vt:lpstr>
      <vt:lpstr>Cont’d</vt:lpstr>
      <vt:lpstr>Cont’d</vt:lpstr>
      <vt:lpstr>Cont’d</vt:lpstr>
      <vt:lpstr>Cont’d</vt:lpstr>
      <vt:lpstr> The Biblical word “Hope” </vt:lpstr>
      <vt:lpstr>Elements of Hope</vt:lpstr>
      <vt:lpstr>Cont’d</vt:lpstr>
      <vt:lpstr>Cont’d</vt:lpstr>
      <vt:lpstr>Cont’d</vt:lpstr>
      <vt:lpstr>UPS &amp; DOWNS of 2025</vt:lpstr>
      <vt:lpstr>He Presents 2-sided Reality of Christian Life</vt:lpstr>
      <vt:lpstr>Cont’d</vt:lpstr>
      <vt:lpstr>THREE Attitudes that follow our Being Justified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500</cp:revision>
  <dcterms:created xsi:type="dcterms:W3CDTF">2024-06-23T04:26:32Z</dcterms:created>
  <dcterms:modified xsi:type="dcterms:W3CDTF">2025-01-19T03:49:07Z</dcterms:modified>
</cp:coreProperties>
</file>